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9" r:id="rId4"/>
    <p:sldId id="260" r:id="rId5"/>
  </p:sldIdLst>
  <p:sldSz cx="9144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1350B7-4A55-41C9-8022-FD76D0078F78}">
          <p14:sldIdLst>
            <p14:sldId id="256"/>
          </p14:sldIdLst>
        </p14:section>
        <p14:section name="Page Load (Online)" id="{EE25576C-B785-443E-8581-756C45511A2A}">
          <p14:sldIdLst>
            <p14:sldId id="257"/>
            <p14:sldId id="259"/>
          </p14:sldIdLst>
        </p14:section>
        <p14:section name="Log In" id="{EEA4FC02-FB01-489D-9542-AAF664D05905}">
          <p14:sldIdLst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4DE6"/>
    <a:srgbClr val="D00000"/>
    <a:srgbClr val="E60000"/>
    <a:srgbClr val="003CB4"/>
    <a:srgbClr val="FF2F2F"/>
    <a:srgbClr val="FFABAB"/>
    <a:srgbClr val="FF9B9B"/>
    <a:srgbClr val="FFD5D5"/>
    <a:srgbClr val="F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8701" autoAdjust="0"/>
  </p:normalViewPr>
  <p:slideViewPr>
    <p:cSldViewPr snapToGrid="0">
      <p:cViewPr>
        <p:scale>
          <a:sx n="88" d="100"/>
          <a:sy n="88" d="100"/>
        </p:scale>
        <p:origin x="1291" y="-12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E5107-302C-4FA7-80AD-79A074959FC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AB97F-8CB0-41D6-8C15-A8E131F578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52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AB97F-8CB0-41D6-8C15-A8E131F578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080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40CE-4E6A-2B4E-41DD-A9C807FC9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70766-9592-9E17-13DF-B1AFD2785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E3A6C-AC4B-E007-CB37-0F91B1C74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ONLINE:</a:t>
            </a:r>
          </a:p>
          <a:p>
            <a:endParaRPr lang="en-US" dirty="0"/>
          </a:p>
          <a:p>
            <a:r>
              <a:rPr lang="en-US" dirty="0"/>
              <a:t>1.) If Not From Web Page = Return;</a:t>
            </a:r>
          </a:p>
          <a:p>
            <a:endParaRPr lang="en-US" dirty="0"/>
          </a:p>
          <a:p>
            <a:r>
              <a:rPr lang="en-US" dirty="0"/>
              <a:t>2.) If Online = Add IP to Online Status;</a:t>
            </a:r>
          </a:p>
          <a:p>
            <a:endParaRPr lang="en-US" dirty="0"/>
          </a:p>
          <a:p>
            <a:r>
              <a:rPr lang="en-US" dirty="0"/>
              <a:t>3.) If IP Account Does Not Exist = Online, Create Account, Return Message “Hello and Welcome to … ! Would you like to log in or create an account today?” (Yes: Log In, Create Account / No);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4.) If Member Account Does Not Exist = Name? Data? Preferences &amp; Flags? Return Message “Hello (Name?) and Welcome to … ! Would you like to log in or create an account today?” (Yes: Log In, Create Account, Preference Sliders / No);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5.) If Not Logged In = Preference &amp; Flag RoR, Name, Intermediate RoR, Auth-Critical. Return Message “Hello (Name), Welcome back! Would you like to log in or use your preferences today? (Yes: Log In, New Account, Preferences Slider / No);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6.) Logged In = 5. + Messages 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E2ADF-1CF5-0219-764F-6079C6461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AB97F-8CB0-41D6-8C15-A8E131F578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96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37771-C0FB-E2E1-77E4-62704A14A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3D183F-A3A7-F26B-7B3D-166FD7C1D4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71713" y="1143000"/>
            <a:ext cx="2314575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0D749-B353-38FB-67CC-4440ED9CF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3EB16-A948-A034-7EA4-359A7650E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AB97F-8CB0-41D6-8C15-A8E131F578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3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95312"/>
            <a:ext cx="7772400" cy="424462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6403623"/>
            <a:ext cx="6858000" cy="29435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6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45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3039537"/>
            <a:ext cx="7886700" cy="50715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8159048"/>
            <a:ext cx="7886700" cy="26669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3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3245556"/>
            <a:ext cx="38862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3245556"/>
            <a:ext cx="388620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0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649114"/>
            <a:ext cx="7886700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988734"/>
            <a:ext cx="3868340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4453467"/>
            <a:ext cx="3868340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988734"/>
            <a:ext cx="3887391" cy="146473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4453467"/>
            <a:ext cx="3887391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8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43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4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12800"/>
            <a:ext cx="2949178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755425"/>
            <a:ext cx="4629150" cy="86642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657600"/>
            <a:ext cx="2949178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636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812800"/>
            <a:ext cx="2949178" cy="2844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755425"/>
            <a:ext cx="4629150" cy="866422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3657600"/>
            <a:ext cx="2949178" cy="67761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77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23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649111"/>
            <a:ext cx="1971675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649111"/>
            <a:ext cx="5800725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8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649114"/>
            <a:ext cx="78867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3245556"/>
            <a:ext cx="78867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11300181"/>
            <a:ext cx="2057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BC1B0-13C5-470F-B6A2-8D0DD233E549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11300181"/>
            <a:ext cx="30861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11300181"/>
            <a:ext cx="20574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7D24C-5F63-4792-A36F-97DAC957B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813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A02856-12D6-CD1E-982C-701748F8C1AD}"/>
              </a:ext>
            </a:extLst>
          </p:cNvPr>
          <p:cNvSpPr/>
          <p:nvPr/>
        </p:nvSpPr>
        <p:spPr>
          <a:xfrm>
            <a:off x="0" y="0"/>
            <a:ext cx="9144000" cy="704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CCEF22-AB37-349A-CA82-E32B12CBEE3A}"/>
              </a:ext>
            </a:extLst>
          </p:cNvPr>
          <p:cNvSpPr/>
          <p:nvPr/>
        </p:nvSpPr>
        <p:spPr>
          <a:xfrm>
            <a:off x="0" y="0"/>
            <a:ext cx="794479" cy="1219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197D37-4522-0F60-F93D-CE64D5C874BC}"/>
              </a:ext>
            </a:extLst>
          </p:cNvPr>
          <p:cNvSpPr/>
          <p:nvPr/>
        </p:nvSpPr>
        <p:spPr>
          <a:xfrm>
            <a:off x="8349521" y="0"/>
            <a:ext cx="794479" cy="1219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3F720-366A-4013-E3D6-74CB2B86782A}"/>
              </a:ext>
            </a:extLst>
          </p:cNvPr>
          <p:cNvSpPr/>
          <p:nvPr/>
        </p:nvSpPr>
        <p:spPr>
          <a:xfrm>
            <a:off x="0" y="11487462"/>
            <a:ext cx="9144000" cy="704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FBEA82-9534-F463-6D27-EC5AF7050706}"/>
              </a:ext>
            </a:extLst>
          </p:cNvPr>
          <p:cNvSpPr/>
          <p:nvPr/>
        </p:nvSpPr>
        <p:spPr>
          <a:xfrm>
            <a:off x="794480" y="704538"/>
            <a:ext cx="7292714" cy="4880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2871BC-8929-030B-B3EA-766C980576CA}"/>
              </a:ext>
            </a:extLst>
          </p:cNvPr>
          <p:cNvSpPr/>
          <p:nvPr/>
        </p:nvSpPr>
        <p:spPr>
          <a:xfrm>
            <a:off x="914400" y="1268649"/>
            <a:ext cx="7435120" cy="3898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741650-6115-765C-70AA-DE1BA045D0D9}"/>
              </a:ext>
            </a:extLst>
          </p:cNvPr>
          <p:cNvSpPr/>
          <p:nvPr/>
        </p:nvSpPr>
        <p:spPr>
          <a:xfrm>
            <a:off x="794480" y="1192553"/>
            <a:ext cx="118474" cy="10294910"/>
          </a:xfrm>
          <a:prstGeom prst="rect">
            <a:avLst/>
          </a:prstGeom>
          <a:solidFill>
            <a:srgbClr val="FFD5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817C68-592C-D7E9-4FFB-55418A468057}"/>
              </a:ext>
            </a:extLst>
          </p:cNvPr>
          <p:cNvSpPr/>
          <p:nvPr/>
        </p:nvSpPr>
        <p:spPr>
          <a:xfrm>
            <a:off x="8087194" y="704538"/>
            <a:ext cx="262326" cy="467998"/>
          </a:xfrm>
          <a:prstGeom prst="rect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B43361-A36B-E9B5-CE8B-675C8C786703}"/>
              </a:ext>
            </a:extLst>
          </p:cNvPr>
          <p:cNvSpPr/>
          <p:nvPr/>
        </p:nvSpPr>
        <p:spPr>
          <a:xfrm>
            <a:off x="7935420" y="1198878"/>
            <a:ext cx="404733" cy="459211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17A424-5E3C-9D89-A46B-27C23651C2E1}"/>
              </a:ext>
            </a:extLst>
          </p:cNvPr>
          <p:cNvSpPr/>
          <p:nvPr/>
        </p:nvSpPr>
        <p:spPr>
          <a:xfrm>
            <a:off x="7539331" y="1193218"/>
            <a:ext cx="404733" cy="464872"/>
          </a:xfrm>
          <a:prstGeom prst="rect">
            <a:avLst/>
          </a:prstGeom>
          <a:solidFill>
            <a:srgbClr val="6633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46955D-4E18-D288-9A77-A13DF1B019AE}"/>
              </a:ext>
            </a:extLst>
          </p:cNvPr>
          <p:cNvSpPr/>
          <p:nvPr/>
        </p:nvSpPr>
        <p:spPr>
          <a:xfrm>
            <a:off x="914401" y="1674644"/>
            <a:ext cx="295454" cy="9812819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69DA913-0FC7-64AC-8230-0E5FB81E92A7}"/>
              </a:ext>
            </a:extLst>
          </p:cNvPr>
          <p:cNvSpPr/>
          <p:nvPr/>
        </p:nvSpPr>
        <p:spPr>
          <a:xfrm rot="5400000">
            <a:off x="4320631" y="-1442557"/>
            <a:ext cx="295951" cy="6517513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D0790B2-B8E0-68EF-C007-05197716A510}"/>
              </a:ext>
            </a:extLst>
          </p:cNvPr>
          <p:cNvSpPr/>
          <p:nvPr/>
        </p:nvSpPr>
        <p:spPr>
          <a:xfrm>
            <a:off x="921418" y="1665940"/>
            <a:ext cx="289506" cy="295951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2550694-128D-D94D-6819-AC084A46B604}"/>
              </a:ext>
            </a:extLst>
          </p:cNvPr>
          <p:cNvSpPr/>
          <p:nvPr/>
        </p:nvSpPr>
        <p:spPr>
          <a:xfrm>
            <a:off x="1208406" y="4029923"/>
            <a:ext cx="631157" cy="7455895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8FA258F-F88B-05FE-F6E2-93B240F6D2C5}"/>
              </a:ext>
            </a:extLst>
          </p:cNvPr>
          <p:cNvSpPr/>
          <p:nvPr/>
        </p:nvSpPr>
        <p:spPr>
          <a:xfrm rot="5400000">
            <a:off x="4306654" y="644602"/>
            <a:ext cx="295953" cy="6489555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2D9BCC-15CE-74CC-FA31-5187E6BB0E65}"/>
              </a:ext>
            </a:extLst>
          </p:cNvPr>
          <p:cNvSpPr/>
          <p:nvPr/>
        </p:nvSpPr>
        <p:spPr>
          <a:xfrm>
            <a:off x="1209853" y="3744689"/>
            <a:ext cx="630575" cy="292667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04C2907-2E52-0829-7CD5-ABA8678C5508}"/>
              </a:ext>
            </a:extLst>
          </p:cNvPr>
          <p:cNvSpPr/>
          <p:nvPr/>
        </p:nvSpPr>
        <p:spPr>
          <a:xfrm flipH="1">
            <a:off x="1840428" y="6441360"/>
            <a:ext cx="722888" cy="5042815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7F13DEC-941B-1783-9396-4553E06F0F2E}"/>
              </a:ext>
            </a:extLst>
          </p:cNvPr>
          <p:cNvSpPr/>
          <p:nvPr/>
        </p:nvSpPr>
        <p:spPr>
          <a:xfrm>
            <a:off x="4646107" y="10442888"/>
            <a:ext cx="3583491" cy="33332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88C83FC-A8F9-5FB7-F144-BA75449416BB}"/>
              </a:ext>
            </a:extLst>
          </p:cNvPr>
          <p:cNvSpPr/>
          <p:nvPr/>
        </p:nvSpPr>
        <p:spPr>
          <a:xfrm flipH="1">
            <a:off x="2563315" y="9009743"/>
            <a:ext cx="822674" cy="2474433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2D776D1-6B1B-9BC9-62AE-CF4CFB21EDA7}"/>
              </a:ext>
            </a:extLst>
          </p:cNvPr>
          <p:cNvSpPr/>
          <p:nvPr/>
        </p:nvSpPr>
        <p:spPr>
          <a:xfrm>
            <a:off x="3385988" y="10913777"/>
            <a:ext cx="4455985" cy="57368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CC20D90-760B-449D-BAC1-28429DB10C9A}"/>
              </a:ext>
            </a:extLst>
          </p:cNvPr>
          <p:cNvSpPr/>
          <p:nvPr/>
        </p:nvSpPr>
        <p:spPr>
          <a:xfrm rot="5400000" flipH="1">
            <a:off x="3428342" y="5996044"/>
            <a:ext cx="9730898" cy="111457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40BC938-1EA7-B53B-17EB-F14F183C8411}"/>
              </a:ext>
            </a:extLst>
          </p:cNvPr>
          <p:cNvSpPr/>
          <p:nvPr/>
        </p:nvSpPr>
        <p:spPr>
          <a:xfrm rot="16200000">
            <a:off x="7807012" y="10941668"/>
            <a:ext cx="570398" cy="5146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0D6C4BC-D742-A9DD-695F-8DA0755F6B42}"/>
              </a:ext>
            </a:extLst>
          </p:cNvPr>
          <p:cNvSpPr/>
          <p:nvPr/>
        </p:nvSpPr>
        <p:spPr>
          <a:xfrm flipH="1">
            <a:off x="3385987" y="10442887"/>
            <a:ext cx="1260120" cy="333324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B1611E-047A-7DE5-47B9-768867DD37B6}"/>
              </a:ext>
            </a:extLst>
          </p:cNvPr>
          <p:cNvSpPr txBox="1"/>
          <p:nvPr/>
        </p:nvSpPr>
        <p:spPr>
          <a:xfrm>
            <a:off x="3633163" y="170662"/>
            <a:ext cx="181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(2</a:t>
            </a:r>
            <a:r>
              <a:rPr lang="en-US" baseline="30000" dirty="0"/>
              <a:t>nd</a:t>
            </a:r>
            <a:r>
              <a:rPr lang="en-US" dirty="0"/>
              <a:t> Party)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7C8114-24C6-DD55-2788-8153909AE833}"/>
              </a:ext>
            </a:extLst>
          </p:cNvPr>
          <p:cNvSpPr txBox="1"/>
          <p:nvPr/>
        </p:nvSpPr>
        <p:spPr>
          <a:xfrm rot="16200000">
            <a:off x="-1849250" y="5914160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Unauthorized/Malicious (4th Party)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AD611B-DFA8-01FE-C8B2-1BD651058B74}"/>
              </a:ext>
            </a:extLst>
          </p:cNvPr>
          <p:cNvSpPr txBox="1"/>
          <p:nvPr/>
        </p:nvSpPr>
        <p:spPr>
          <a:xfrm rot="5400000">
            <a:off x="6501369" y="591133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Consultant (3rd Party)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38F945-8DA7-D6CD-32A0-21736445A2C1}"/>
              </a:ext>
            </a:extLst>
          </p:cNvPr>
          <p:cNvSpPr txBox="1"/>
          <p:nvPr/>
        </p:nvSpPr>
        <p:spPr>
          <a:xfrm>
            <a:off x="2246877" y="1165349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Authorized (1st Party)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E73FB7-18B7-83BA-593D-BABFBB1C79D4}"/>
              </a:ext>
            </a:extLst>
          </p:cNvPr>
          <p:cNvSpPr txBox="1"/>
          <p:nvPr/>
        </p:nvSpPr>
        <p:spPr>
          <a:xfrm>
            <a:off x="2201300" y="747214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User Display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E52310-F959-FB09-DD07-BBF538078FB8}"/>
              </a:ext>
            </a:extLst>
          </p:cNvPr>
          <p:cNvSpPr txBox="1"/>
          <p:nvPr/>
        </p:nvSpPr>
        <p:spPr>
          <a:xfrm>
            <a:off x="2221126" y="128199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Web Page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50246B5-F555-D78D-425F-2F182F43C52D}"/>
              </a:ext>
            </a:extLst>
          </p:cNvPr>
          <p:cNvSpPr txBox="1"/>
          <p:nvPr/>
        </p:nvSpPr>
        <p:spPr>
          <a:xfrm>
            <a:off x="1686545" y="1689252"/>
            <a:ext cx="1786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1456AD3-7D21-78A9-5E1C-ACE811B45918}"/>
              </a:ext>
            </a:extLst>
          </p:cNvPr>
          <p:cNvSpPr txBox="1"/>
          <p:nvPr/>
        </p:nvSpPr>
        <p:spPr>
          <a:xfrm rot="16200000">
            <a:off x="-156480" y="5713461"/>
            <a:ext cx="24098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F9E2AD9-5682-04D0-E5AF-5C11D7B8576A}"/>
              </a:ext>
            </a:extLst>
          </p:cNvPr>
          <p:cNvSpPr/>
          <p:nvPr/>
        </p:nvSpPr>
        <p:spPr>
          <a:xfrm rot="5400000">
            <a:off x="4188714" y="-2076881"/>
            <a:ext cx="73413" cy="6624931"/>
          </a:xfrm>
          <a:prstGeom prst="rect">
            <a:avLst/>
          </a:prstGeom>
          <a:solidFill>
            <a:srgbClr val="FFD5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8ECB087-6B16-7E2D-A076-D62EDD007DA9}"/>
              </a:ext>
            </a:extLst>
          </p:cNvPr>
          <p:cNvSpPr txBox="1"/>
          <p:nvPr/>
        </p:nvSpPr>
        <p:spPr>
          <a:xfrm>
            <a:off x="2492499" y="1174031"/>
            <a:ext cx="1786975" cy="130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" dirty="0"/>
              <a:t>HTTPS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92EB5CF-1586-14CA-0EB4-E850AF492FAF}"/>
              </a:ext>
            </a:extLst>
          </p:cNvPr>
          <p:cNvSpPr txBox="1"/>
          <p:nvPr/>
        </p:nvSpPr>
        <p:spPr>
          <a:xfrm rot="16200000">
            <a:off x="-39047" y="3025904"/>
            <a:ext cx="1786975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/>
              <a:t>HTTPS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5C9F1FB-BF78-E082-60AA-7EBBDB603794}"/>
              </a:ext>
            </a:extLst>
          </p:cNvPr>
          <p:cNvSpPr txBox="1"/>
          <p:nvPr/>
        </p:nvSpPr>
        <p:spPr>
          <a:xfrm>
            <a:off x="4954896" y="10483824"/>
            <a:ext cx="3165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Authentication &amp; Authorization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6079CCB-941D-4F2C-1560-9C7313E83E90}"/>
              </a:ext>
            </a:extLst>
          </p:cNvPr>
          <p:cNvSpPr txBox="1"/>
          <p:nvPr/>
        </p:nvSpPr>
        <p:spPr>
          <a:xfrm>
            <a:off x="3385987" y="11046788"/>
            <a:ext cx="4448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Authorized 1</a:t>
            </a:r>
            <a:r>
              <a:rPr lang="en-US" sz="1400" baseline="30000" dirty="0"/>
              <a:t>st</a:t>
            </a:r>
            <a:r>
              <a:rPr lang="en-US" sz="1400" dirty="0"/>
              <a:t> Party Display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00D5BA7-CAD4-489F-05A5-BCE168B6469E}"/>
              </a:ext>
            </a:extLst>
          </p:cNvPr>
          <p:cNvSpPr txBox="1"/>
          <p:nvPr/>
        </p:nvSpPr>
        <p:spPr>
          <a:xfrm>
            <a:off x="7699408" y="10999362"/>
            <a:ext cx="794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3rd Party</a:t>
            </a:r>
          </a:p>
          <a:p>
            <a:pPr algn="ctr"/>
            <a:r>
              <a:rPr lang="en-US" sz="800" dirty="0"/>
              <a:t>Display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F3BCF61-338B-95BC-CA07-EC1A28057C80}"/>
              </a:ext>
            </a:extLst>
          </p:cNvPr>
          <p:cNvSpPr txBox="1"/>
          <p:nvPr/>
        </p:nvSpPr>
        <p:spPr>
          <a:xfrm rot="16200000">
            <a:off x="2047791" y="10190378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4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6ABEF67-9724-915E-8775-7A3AE0CDDD05}"/>
              </a:ext>
            </a:extLst>
          </p:cNvPr>
          <p:cNvSpPr/>
          <p:nvPr/>
        </p:nvSpPr>
        <p:spPr>
          <a:xfrm rot="16200000">
            <a:off x="3692066" y="9189257"/>
            <a:ext cx="631326" cy="987642"/>
          </a:xfrm>
          <a:prstGeom prst="rect">
            <a:avLst/>
          </a:prstGeom>
          <a:solidFill>
            <a:srgbClr val="00206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A6A0152-255F-D00A-5A05-5843A62EF5A4}"/>
              </a:ext>
            </a:extLst>
          </p:cNvPr>
          <p:cNvSpPr/>
          <p:nvPr/>
        </p:nvSpPr>
        <p:spPr>
          <a:xfrm flipH="1">
            <a:off x="2571415" y="8993338"/>
            <a:ext cx="5251270" cy="248386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3BD69F8D-5342-64F3-9EBA-B422842A5D7F}"/>
              </a:ext>
            </a:extLst>
          </p:cNvPr>
          <p:cNvSpPr/>
          <p:nvPr/>
        </p:nvSpPr>
        <p:spPr>
          <a:xfrm flipH="1">
            <a:off x="2563315" y="8992672"/>
            <a:ext cx="822674" cy="249052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22A38BDC-12B8-34BC-1725-0FBFEBD3D368}"/>
              </a:ext>
            </a:extLst>
          </p:cNvPr>
          <p:cNvSpPr/>
          <p:nvPr/>
        </p:nvSpPr>
        <p:spPr>
          <a:xfrm rot="16200000">
            <a:off x="6027451" y="8204411"/>
            <a:ext cx="624563" cy="2963770"/>
          </a:xfrm>
          <a:prstGeom prst="rect">
            <a:avLst/>
          </a:prstGeom>
          <a:solidFill>
            <a:srgbClr val="003CB4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8DB42FF-150D-DEA2-AAE9-623A3BE86712}"/>
              </a:ext>
            </a:extLst>
          </p:cNvPr>
          <p:cNvSpPr txBox="1"/>
          <p:nvPr/>
        </p:nvSpPr>
        <p:spPr>
          <a:xfrm>
            <a:off x="3414804" y="9495922"/>
            <a:ext cx="12294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Mission Critical Data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C37780F-5C5C-0960-4C74-90020B55DA89}"/>
              </a:ext>
            </a:extLst>
          </p:cNvPr>
          <p:cNvSpPr/>
          <p:nvPr/>
        </p:nvSpPr>
        <p:spPr>
          <a:xfrm>
            <a:off x="4572000" y="9241724"/>
            <a:ext cx="186771" cy="8485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46CAB69-674D-0319-F88E-738F9AA652FD}"/>
              </a:ext>
            </a:extLst>
          </p:cNvPr>
          <p:cNvSpPr/>
          <p:nvPr/>
        </p:nvSpPr>
        <p:spPr>
          <a:xfrm rot="16200000">
            <a:off x="3886815" y="9565966"/>
            <a:ext cx="186771" cy="11836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00DF4727-4DD0-56AD-3C0C-8BDB3B7C129D}"/>
              </a:ext>
            </a:extLst>
          </p:cNvPr>
          <p:cNvSpPr/>
          <p:nvPr/>
        </p:nvSpPr>
        <p:spPr>
          <a:xfrm flipH="1">
            <a:off x="4572000" y="10057090"/>
            <a:ext cx="186146" cy="1939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7360FC65-D3E7-C6FA-D728-B1D158C23773}"/>
              </a:ext>
            </a:extLst>
          </p:cNvPr>
          <p:cNvSpPr/>
          <p:nvPr/>
        </p:nvSpPr>
        <p:spPr>
          <a:xfrm rot="16200000">
            <a:off x="7063062" y="9242589"/>
            <a:ext cx="624563" cy="8874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F2B48E2-CA22-B0C3-AD03-6EAC4E743CF0}"/>
              </a:ext>
            </a:extLst>
          </p:cNvPr>
          <p:cNvSpPr txBox="1"/>
          <p:nvPr/>
        </p:nvSpPr>
        <p:spPr>
          <a:xfrm>
            <a:off x="6950289" y="9461583"/>
            <a:ext cx="8713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1</a:t>
            </a:r>
            <a:r>
              <a:rPr lang="en-US" sz="1050" baseline="30000" dirty="0">
                <a:solidFill>
                  <a:schemeClr val="bg1"/>
                </a:solidFill>
              </a:rPr>
              <a:t>st</a:t>
            </a:r>
            <a:r>
              <a:rPr lang="en-US" sz="1050" dirty="0">
                <a:solidFill>
                  <a:schemeClr val="bg1"/>
                </a:solidFill>
              </a:rPr>
              <a:t> Party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</a:rPr>
              <a:t>Auth RoR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1A862E7E-D71A-0C01-309F-074D25018686}"/>
              </a:ext>
            </a:extLst>
          </p:cNvPr>
          <p:cNvSpPr txBox="1"/>
          <p:nvPr/>
        </p:nvSpPr>
        <p:spPr>
          <a:xfrm>
            <a:off x="4883942" y="9446859"/>
            <a:ext cx="15923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50" dirty="0">
                <a:solidFill>
                  <a:schemeClr val="bg1"/>
                </a:solidFill>
              </a:rPr>
              <a:t>Organization Critical Data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6231D53-D9F7-D9BF-508B-20A7233D785B}"/>
              </a:ext>
            </a:extLst>
          </p:cNvPr>
          <p:cNvSpPr txBox="1"/>
          <p:nvPr/>
        </p:nvSpPr>
        <p:spPr>
          <a:xfrm>
            <a:off x="3656829" y="8992672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4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0FA9DE42-DB50-9AD6-C4C9-0EEBBAE9B36C}"/>
              </a:ext>
            </a:extLst>
          </p:cNvPr>
          <p:cNvSpPr/>
          <p:nvPr/>
        </p:nvSpPr>
        <p:spPr>
          <a:xfrm>
            <a:off x="6791588" y="9374014"/>
            <a:ext cx="138962" cy="6245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1AB03263-D992-C7C6-583E-7C8706010CA3}"/>
              </a:ext>
            </a:extLst>
          </p:cNvPr>
          <p:cNvSpPr/>
          <p:nvPr/>
        </p:nvSpPr>
        <p:spPr>
          <a:xfrm rot="16200000" flipH="1" flipV="1">
            <a:off x="6398344" y="9605337"/>
            <a:ext cx="624564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D2553A50-1CA5-4C65-11BB-F347DC45CCAC}"/>
              </a:ext>
            </a:extLst>
          </p:cNvPr>
          <p:cNvSpPr/>
          <p:nvPr/>
        </p:nvSpPr>
        <p:spPr>
          <a:xfrm>
            <a:off x="6511009" y="9374012"/>
            <a:ext cx="111457" cy="62456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EBC6C0ED-2C4B-3B8B-7458-E42B1BF1F8AA}"/>
              </a:ext>
            </a:extLst>
          </p:cNvPr>
          <p:cNvSpPr/>
          <p:nvPr/>
        </p:nvSpPr>
        <p:spPr>
          <a:xfrm>
            <a:off x="4055399" y="5251872"/>
            <a:ext cx="1041817" cy="29395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B517991F-96AC-7C4E-5F24-0A720ECC5E5B}"/>
              </a:ext>
            </a:extLst>
          </p:cNvPr>
          <p:cNvSpPr/>
          <p:nvPr/>
        </p:nvSpPr>
        <p:spPr>
          <a:xfrm>
            <a:off x="4055399" y="5555932"/>
            <a:ext cx="1041817" cy="272489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435B3345-7BB6-9DBB-4BF4-E4D1787C46B4}"/>
              </a:ext>
            </a:extLst>
          </p:cNvPr>
          <p:cNvSpPr txBox="1"/>
          <p:nvPr/>
        </p:nvSpPr>
        <p:spPr>
          <a:xfrm>
            <a:off x="4070200" y="5286017"/>
            <a:ext cx="10775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Membership Exists?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F401C8CE-4709-3D8D-20D5-0B2D9D7D0D38}"/>
              </a:ext>
            </a:extLst>
          </p:cNvPr>
          <p:cNvSpPr txBox="1"/>
          <p:nvPr/>
        </p:nvSpPr>
        <p:spPr>
          <a:xfrm>
            <a:off x="4103534" y="5563861"/>
            <a:ext cx="10011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Logged In?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6C3ECD93-ACE3-EC25-2913-341DEC4C285E}"/>
              </a:ext>
            </a:extLst>
          </p:cNvPr>
          <p:cNvSpPr/>
          <p:nvPr/>
        </p:nvSpPr>
        <p:spPr>
          <a:xfrm>
            <a:off x="4055400" y="2110832"/>
            <a:ext cx="1041817" cy="43170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5131B201-D2C1-F1A9-8E5C-B565A6A031F8}"/>
              </a:ext>
            </a:extLst>
          </p:cNvPr>
          <p:cNvSpPr/>
          <p:nvPr/>
        </p:nvSpPr>
        <p:spPr>
          <a:xfrm>
            <a:off x="1391665" y="2367013"/>
            <a:ext cx="2221526" cy="10691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C252D2CA-833F-E112-51EC-10FBAC01C934}"/>
              </a:ext>
            </a:extLst>
          </p:cNvPr>
          <p:cNvSpPr/>
          <p:nvPr/>
        </p:nvSpPr>
        <p:spPr>
          <a:xfrm>
            <a:off x="3193466" y="2371235"/>
            <a:ext cx="419725" cy="105976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8CC931C9-AC3E-5699-A9E2-39A9E9652542}"/>
              </a:ext>
            </a:extLst>
          </p:cNvPr>
          <p:cNvSpPr/>
          <p:nvPr/>
        </p:nvSpPr>
        <p:spPr>
          <a:xfrm>
            <a:off x="1393174" y="2365123"/>
            <a:ext cx="287796" cy="10675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69F4EDD-5E95-51DD-A1F3-87A4276B30B1}"/>
              </a:ext>
            </a:extLst>
          </p:cNvPr>
          <p:cNvSpPr/>
          <p:nvPr/>
        </p:nvSpPr>
        <p:spPr>
          <a:xfrm>
            <a:off x="1391662" y="2719531"/>
            <a:ext cx="1988081" cy="7131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EC8A3A32-B118-6BB1-D9B1-0D446FCA3FA8}"/>
              </a:ext>
            </a:extLst>
          </p:cNvPr>
          <p:cNvSpPr/>
          <p:nvPr/>
        </p:nvSpPr>
        <p:spPr>
          <a:xfrm>
            <a:off x="5555317" y="2408485"/>
            <a:ext cx="1988722" cy="10200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F3C377C3-BB49-4ED7-5FD0-F941A6157335}"/>
              </a:ext>
            </a:extLst>
          </p:cNvPr>
          <p:cNvSpPr/>
          <p:nvPr/>
        </p:nvSpPr>
        <p:spPr>
          <a:xfrm>
            <a:off x="4055400" y="2542538"/>
            <a:ext cx="1041817" cy="66792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D9F2FF06-25B4-8537-E815-92CBD83DE5B6}"/>
              </a:ext>
            </a:extLst>
          </p:cNvPr>
          <p:cNvSpPr/>
          <p:nvPr/>
        </p:nvSpPr>
        <p:spPr>
          <a:xfrm>
            <a:off x="4052090" y="4193084"/>
            <a:ext cx="1041817" cy="4385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07DD566A-69D0-18F9-549B-105B9E1A6EBF}"/>
              </a:ext>
            </a:extLst>
          </p:cNvPr>
          <p:cNvSpPr/>
          <p:nvPr/>
        </p:nvSpPr>
        <p:spPr>
          <a:xfrm>
            <a:off x="4052090" y="4624789"/>
            <a:ext cx="1041817" cy="313459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C9F1CAD8-7C07-5666-4F41-BA9A26DC3165}"/>
              </a:ext>
            </a:extLst>
          </p:cNvPr>
          <p:cNvSpPr/>
          <p:nvPr/>
        </p:nvSpPr>
        <p:spPr>
          <a:xfrm>
            <a:off x="5381660" y="4558791"/>
            <a:ext cx="2323476" cy="920421"/>
          </a:xfrm>
          <a:prstGeom prst="rect">
            <a:avLst/>
          </a:prstGeom>
          <a:solidFill>
            <a:srgbClr val="FFCC6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B9C8EB36-6C63-6544-15B4-A412A8994343}"/>
              </a:ext>
            </a:extLst>
          </p:cNvPr>
          <p:cNvSpPr/>
          <p:nvPr/>
        </p:nvSpPr>
        <p:spPr>
          <a:xfrm>
            <a:off x="5381660" y="4862480"/>
            <a:ext cx="2323476" cy="965942"/>
          </a:xfrm>
          <a:prstGeom prst="rect">
            <a:avLst/>
          </a:prstGeom>
          <a:solidFill>
            <a:srgbClr val="FF99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52C07D4E-17B2-A988-C491-DAB6DF31ED28}"/>
              </a:ext>
            </a:extLst>
          </p:cNvPr>
          <p:cNvSpPr/>
          <p:nvPr/>
        </p:nvSpPr>
        <p:spPr>
          <a:xfrm>
            <a:off x="7435311" y="4564816"/>
            <a:ext cx="291575" cy="1263605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992F49F4-6ACF-6CCC-DF68-B3418D5F272D}"/>
              </a:ext>
            </a:extLst>
          </p:cNvPr>
          <p:cNvSpPr/>
          <p:nvPr/>
        </p:nvSpPr>
        <p:spPr>
          <a:xfrm>
            <a:off x="7435312" y="4555781"/>
            <a:ext cx="284809" cy="29887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E2A5FB80-FBCA-15C4-9508-0D68F721716E}"/>
              </a:ext>
            </a:extLst>
          </p:cNvPr>
          <p:cNvSpPr/>
          <p:nvPr/>
        </p:nvSpPr>
        <p:spPr>
          <a:xfrm>
            <a:off x="7200051" y="4558792"/>
            <a:ext cx="220277" cy="125558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87B697F5-7926-8FE9-5848-F149E825D1E0}"/>
              </a:ext>
            </a:extLst>
          </p:cNvPr>
          <p:cNvSpPr/>
          <p:nvPr/>
        </p:nvSpPr>
        <p:spPr>
          <a:xfrm>
            <a:off x="4051090" y="4951542"/>
            <a:ext cx="1041817" cy="29595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9805F87-8A19-404A-483E-4EA321CAC484}"/>
              </a:ext>
            </a:extLst>
          </p:cNvPr>
          <p:cNvSpPr/>
          <p:nvPr/>
        </p:nvSpPr>
        <p:spPr>
          <a:xfrm>
            <a:off x="4052222" y="6602940"/>
            <a:ext cx="1041817" cy="4385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6205F00F-C2E9-2385-3C45-0DEE1D655C3F}"/>
              </a:ext>
            </a:extLst>
          </p:cNvPr>
          <p:cNvSpPr/>
          <p:nvPr/>
        </p:nvSpPr>
        <p:spPr>
          <a:xfrm>
            <a:off x="4052222" y="7034645"/>
            <a:ext cx="1041817" cy="43772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211D46DB-DB5B-33CA-439E-3676DEE23A3E}"/>
              </a:ext>
            </a:extLst>
          </p:cNvPr>
          <p:cNvSpPr/>
          <p:nvPr/>
        </p:nvSpPr>
        <p:spPr>
          <a:xfrm>
            <a:off x="5418946" y="7153394"/>
            <a:ext cx="2323476" cy="303688"/>
          </a:xfrm>
          <a:prstGeom prst="rect">
            <a:avLst/>
          </a:prstGeom>
          <a:solidFill>
            <a:srgbClr val="FF3F3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55D8EA6-356B-D535-82D0-F08D9256E500}"/>
              </a:ext>
            </a:extLst>
          </p:cNvPr>
          <p:cNvSpPr/>
          <p:nvPr/>
        </p:nvSpPr>
        <p:spPr>
          <a:xfrm>
            <a:off x="5418946" y="7457081"/>
            <a:ext cx="2323476" cy="1089593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02AFD0AD-A573-CC8E-53E2-E15984FB0D31}"/>
              </a:ext>
            </a:extLst>
          </p:cNvPr>
          <p:cNvSpPr/>
          <p:nvPr/>
        </p:nvSpPr>
        <p:spPr>
          <a:xfrm>
            <a:off x="7472600" y="7159418"/>
            <a:ext cx="269822" cy="1387256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EB2341B9-8B90-7DAF-8D95-F2B60E9756F5}"/>
              </a:ext>
            </a:extLst>
          </p:cNvPr>
          <p:cNvSpPr/>
          <p:nvPr/>
        </p:nvSpPr>
        <p:spPr>
          <a:xfrm>
            <a:off x="7472600" y="7153393"/>
            <a:ext cx="269822" cy="30669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B3A9492D-FE30-377E-29B5-BFE2342DFB4C}"/>
              </a:ext>
            </a:extLst>
          </p:cNvPr>
          <p:cNvSpPr/>
          <p:nvPr/>
        </p:nvSpPr>
        <p:spPr>
          <a:xfrm>
            <a:off x="7260755" y="7153393"/>
            <a:ext cx="211845" cy="1393281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B0A3F0BD-81DC-0EB3-FE48-409E77EA81C3}"/>
              </a:ext>
            </a:extLst>
          </p:cNvPr>
          <p:cNvSpPr/>
          <p:nvPr/>
        </p:nvSpPr>
        <p:spPr>
          <a:xfrm>
            <a:off x="2665250" y="6763961"/>
            <a:ext cx="1043693" cy="1920064"/>
          </a:xfrm>
          <a:prstGeom prst="rect">
            <a:avLst/>
          </a:prstGeom>
          <a:solidFill>
            <a:srgbClr val="FF781D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D87C6B9E-3119-A946-43C9-220EF756868E}"/>
              </a:ext>
            </a:extLst>
          </p:cNvPr>
          <p:cNvSpPr/>
          <p:nvPr/>
        </p:nvSpPr>
        <p:spPr>
          <a:xfrm>
            <a:off x="4052221" y="7460893"/>
            <a:ext cx="1041817" cy="43772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4F376EEB-7C53-F314-A61A-CF8F95C9C50D}"/>
              </a:ext>
            </a:extLst>
          </p:cNvPr>
          <p:cNvSpPr/>
          <p:nvPr/>
        </p:nvSpPr>
        <p:spPr>
          <a:xfrm flipH="1">
            <a:off x="1840593" y="6096001"/>
            <a:ext cx="5879528" cy="345360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7C8D1813-0ADF-4CEA-747B-22607860E981}"/>
              </a:ext>
            </a:extLst>
          </p:cNvPr>
          <p:cNvSpPr/>
          <p:nvPr/>
        </p:nvSpPr>
        <p:spPr>
          <a:xfrm flipH="1">
            <a:off x="1840591" y="6095998"/>
            <a:ext cx="722725" cy="348649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768B2AA0-1F2D-CCD4-8878-6C716D848FA4}"/>
              </a:ext>
            </a:extLst>
          </p:cNvPr>
          <p:cNvSpPr/>
          <p:nvPr/>
        </p:nvSpPr>
        <p:spPr>
          <a:xfrm rot="16200000">
            <a:off x="3044691" y="7489781"/>
            <a:ext cx="284809" cy="1043692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CE230215-8654-2B67-AA66-A13F35190F3C}"/>
              </a:ext>
            </a:extLst>
          </p:cNvPr>
          <p:cNvSpPr/>
          <p:nvPr/>
        </p:nvSpPr>
        <p:spPr>
          <a:xfrm>
            <a:off x="2665251" y="6759008"/>
            <a:ext cx="1043692" cy="438560"/>
          </a:xfrm>
          <a:prstGeom prst="rect">
            <a:avLst/>
          </a:prstGeom>
          <a:solidFill>
            <a:srgbClr val="FF99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B4BE20E3-D4D0-7084-3B1D-4EF7135EFAB8}"/>
              </a:ext>
            </a:extLst>
          </p:cNvPr>
          <p:cNvSpPr txBox="1"/>
          <p:nvPr/>
        </p:nvSpPr>
        <p:spPr>
          <a:xfrm>
            <a:off x="4062814" y="2154767"/>
            <a:ext cx="1034402" cy="346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Queue1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B88CC3DB-0A49-7B9B-688B-28015820E9FB}"/>
              </a:ext>
            </a:extLst>
          </p:cNvPr>
          <p:cNvSpPr txBox="1"/>
          <p:nvPr/>
        </p:nvSpPr>
        <p:spPr>
          <a:xfrm>
            <a:off x="4026207" y="2695907"/>
            <a:ext cx="11108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From Web Page?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1056B000-DD41-C5DC-FF9C-9DF801C73EF9}"/>
              </a:ext>
            </a:extLst>
          </p:cNvPr>
          <p:cNvSpPr txBox="1"/>
          <p:nvPr/>
        </p:nvSpPr>
        <p:spPr>
          <a:xfrm>
            <a:off x="2119853" y="3775204"/>
            <a:ext cx="176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2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5E4A4EF0-5EBE-B59D-8300-24124DA65185}"/>
              </a:ext>
            </a:extLst>
          </p:cNvPr>
          <p:cNvSpPr txBox="1"/>
          <p:nvPr/>
        </p:nvSpPr>
        <p:spPr>
          <a:xfrm rot="16200000">
            <a:off x="660987" y="6617456"/>
            <a:ext cx="176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2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6652B0F7-8FC7-C2CD-9350-D13EBC594F3B}"/>
              </a:ext>
            </a:extLst>
          </p:cNvPr>
          <p:cNvSpPr txBox="1"/>
          <p:nvPr/>
        </p:nvSpPr>
        <p:spPr>
          <a:xfrm>
            <a:off x="4059449" y="4229998"/>
            <a:ext cx="1018370" cy="35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Queue2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04B4AA4B-FE55-B026-E048-71765F8C6385}"/>
              </a:ext>
            </a:extLst>
          </p:cNvPr>
          <p:cNvSpPr txBox="1"/>
          <p:nvPr/>
        </p:nvSpPr>
        <p:spPr>
          <a:xfrm>
            <a:off x="4059582" y="6653611"/>
            <a:ext cx="1034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Queue3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50046477-E886-F879-D7ED-ED82C25D9ABC}"/>
              </a:ext>
            </a:extLst>
          </p:cNvPr>
          <p:cNvSpPr txBox="1"/>
          <p:nvPr/>
        </p:nvSpPr>
        <p:spPr>
          <a:xfrm>
            <a:off x="1551472" y="2420043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Ads &amp; Featured RoD</a:t>
            </a: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30E41D28-B3A2-9138-A119-F750CFABF084}"/>
              </a:ext>
            </a:extLst>
          </p:cNvPr>
          <p:cNvSpPr txBox="1"/>
          <p:nvPr/>
        </p:nvSpPr>
        <p:spPr>
          <a:xfrm>
            <a:off x="5658337" y="2638119"/>
            <a:ext cx="17453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Source Data RoD</a:t>
            </a:r>
          </a:p>
          <a:p>
            <a:pPr algn="ctr"/>
            <a:r>
              <a:rPr lang="en-US" sz="1050" dirty="0"/>
              <a:t>(Page Specific)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33DA522A-2452-CAD2-395E-E22CE8A4011A}"/>
              </a:ext>
            </a:extLst>
          </p:cNvPr>
          <p:cNvSpPr txBox="1"/>
          <p:nvPr/>
        </p:nvSpPr>
        <p:spPr>
          <a:xfrm>
            <a:off x="1473761" y="2880848"/>
            <a:ext cx="1895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Ads &amp; Listings Full RoD</a:t>
            </a: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62378D58-7984-56FA-5239-62070FF95235}"/>
              </a:ext>
            </a:extLst>
          </p:cNvPr>
          <p:cNvSpPr txBox="1"/>
          <p:nvPr/>
        </p:nvSpPr>
        <p:spPr>
          <a:xfrm>
            <a:off x="5527096" y="4609238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Intermediate RoR</a:t>
            </a: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F0C96A2D-1B7A-E5FA-A237-86F126F33841}"/>
              </a:ext>
            </a:extLst>
          </p:cNvPr>
          <p:cNvSpPr txBox="1"/>
          <p:nvPr/>
        </p:nvSpPr>
        <p:spPr>
          <a:xfrm>
            <a:off x="5576075" y="7183447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Auth-Critical</a:t>
            </a: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6E90BE8B-1F68-4406-A224-CDE1982B2570}"/>
              </a:ext>
            </a:extLst>
          </p:cNvPr>
          <p:cNvSpPr txBox="1"/>
          <p:nvPr/>
        </p:nvSpPr>
        <p:spPr>
          <a:xfrm>
            <a:off x="5606640" y="5109413"/>
            <a:ext cx="16154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Intermediate Data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3C65CD37-8366-2ABD-BF34-3D708A68BC2C}"/>
              </a:ext>
            </a:extLst>
          </p:cNvPr>
          <p:cNvSpPr txBox="1"/>
          <p:nvPr/>
        </p:nvSpPr>
        <p:spPr>
          <a:xfrm>
            <a:off x="5672547" y="7792174"/>
            <a:ext cx="16154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User Critical Data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3BFC037A-E8B3-3FFA-4A40-D02616EB4F3F}"/>
              </a:ext>
            </a:extLst>
          </p:cNvPr>
          <p:cNvSpPr/>
          <p:nvPr/>
        </p:nvSpPr>
        <p:spPr>
          <a:xfrm rot="16200000" flipH="1" flipV="1">
            <a:off x="3161154" y="4937178"/>
            <a:ext cx="1636217" cy="148027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F14307BE-E586-56A8-02F5-C58E7BFB5973}"/>
              </a:ext>
            </a:extLst>
          </p:cNvPr>
          <p:cNvSpPr/>
          <p:nvPr/>
        </p:nvSpPr>
        <p:spPr>
          <a:xfrm rot="16200000" flipH="1" flipV="1">
            <a:off x="3321488" y="7170211"/>
            <a:ext cx="1295676" cy="16113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A617FAC1-BD7F-5EAF-05A9-D3465820248D}"/>
              </a:ext>
            </a:extLst>
          </p:cNvPr>
          <p:cNvSpPr/>
          <p:nvPr/>
        </p:nvSpPr>
        <p:spPr>
          <a:xfrm rot="16200000" flipH="1" flipV="1">
            <a:off x="3423662" y="2587822"/>
            <a:ext cx="1099635" cy="145658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0B2DC98C-629B-1AEE-98F8-D12DBFE9D86E}"/>
              </a:ext>
            </a:extLst>
          </p:cNvPr>
          <p:cNvSpPr txBox="1"/>
          <p:nvPr/>
        </p:nvSpPr>
        <p:spPr>
          <a:xfrm>
            <a:off x="4042418" y="4656492"/>
            <a:ext cx="1077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Online?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F1312E3B-64B5-FA59-D1F8-ECF47761D121}"/>
              </a:ext>
            </a:extLst>
          </p:cNvPr>
          <p:cNvSpPr txBox="1"/>
          <p:nvPr/>
        </p:nvSpPr>
        <p:spPr>
          <a:xfrm>
            <a:off x="4068349" y="5005409"/>
            <a:ext cx="1065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IP Account Exists?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CEB2A3FB-CBD1-3B45-ACC9-4F91325AA27D}"/>
              </a:ext>
            </a:extLst>
          </p:cNvPr>
          <p:cNvSpPr txBox="1"/>
          <p:nvPr/>
        </p:nvSpPr>
        <p:spPr>
          <a:xfrm>
            <a:off x="2626176" y="6805238"/>
            <a:ext cx="952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/>
              <a:t>Messages RoR (Must be Logged In)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AFF35C2B-6523-EC4E-5209-9F8E1923009E}"/>
              </a:ext>
            </a:extLst>
          </p:cNvPr>
          <p:cNvSpPr txBox="1"/>
          <p:nvPr/>
        </p:nvSpPr>
        <p:spPr>
          <a:xfrm>
            <a:off x="2784424" y="7313581"/>
            <a:ext cx="908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Messenger Data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581DD54E-823F-B846-FD19-410103201797}"/>
              </a:ext>
            </a:extLst>
          </p:cNvPr>
          <p:cNvSpPr txBox="1"/>
          <p:nvPr/>
        </p:nvSpPr>
        <p:spPr>
          <a:xfrm>
            <a:off x="4071413" y="7554687"/>
            <a:ext cx="10011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Authorization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6FA4C5EC-FE6F-A3F1-4361-230B46254602}"/>
              </a:ext>
            </a:extLst>
          </p:cNvPr>
          <p:cNvSpPr txBox="1"/>
          <p:nvPr/>
        </p:nvSpPr>
        <p:spPr>
          <a:xfrm>
            <a:off x="3955063" y="7122701"/>
            <a:ext cx="12573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Full </a:t>
            </a:r>
            <a:r>
              <a:rPr lang="en-US" sz="1050" dirty="0"/>
              <a:t>Verification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D6654E7B-2952-2D8A-1DE4-51295EEC8D64}"/>
              </a:ext>
            </a:extLst>
          </p:cNvPr>
          <p:cNvSpPr txBox="1"/>
          <p:nvPr/>
        </p:nvSpPr>
        <p:spPr>
          <a:xfrm rot="16200000">
            <a:off x="1262734" y="7639901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3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9E9BAD40-3FFA-FFC2-4E13-B42001F10699}"/>
              </a:ext>
            </a:extLst>
          </p:cNvPr>
          <p:cNvSpPr txBox="1"/>
          <p:nvPr/>
        </p:nvSpPr>
        <p:spPr>
          <a:xfrm>
            <a:off x="2865958" y="6179095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3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55F1FF62-B255-953A-96FA-B4548E515B6B}"/>
              </a:ext>
            </a:extLst>
          </p:cNvPr>
          <p:cNvSpPr/>
          <p:nvPr/>
        </p:nvSpPr>
        <p:spPr>
          <a:xfrm rot="16200000">
            <a:off x="3107823" y="7763783"/>
            <a:ext cx="183446" cy="101879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CD022A18-CDB7-EDE8-5097-FBD20F5C1FDC}"/>
              </a:ext>
            </a:extLst>
          </p:cNvPr>
          <p:cNvSpPr/>
          <p:nvPr/>
        </p:nvSpPr>
        <p:spPr>
          <a:xfrm>
            <a:off x="2665250" y="8355065"/>
            <a:ext cx="1043692" cy="328294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F4479039-5394-5355-596C-51CDCF415E58}"/>
              </a:ext>
            </a:extLst>
          </p:cNvPr>
          <p:cNvSpPr txBox="1"/>
          <p:nvPr/>
        </p:nvSpPr>
        <p:spPr>
          <a:xfrm>
            <a:off x="2615525" y="8400623"/>
            <a:ext cx="10775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Private Messages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9F2FC282-4EB1-5DEA-9AB3-AA9B66809FD8}"/>
              </a:ext>
            </a:extLst>
          </p:cNvPr>
          <p:cNvSpPr/>
          <p:nvPr/>
        </p:nvSpPr>
        <p:spPr>
          <a:xfrm>
            <a:off x="3960760" y="8157036"/>
            <a:ext cx="1223608" cy="608834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35C33E82-675E-0164-03EF-A6B016EAA040}"/>
              </a:ext>
            </a:extLst>
          </p:cNvPr>
          <p:cNvSpPr txBox="1"/>
          <p:nvPr/>
        </p:nvSpPr>
        <p:spPr>
          <a:xfrm>
            <a:off x="3912678" y="8285373"/>
            <a:ext cx="98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Private User Vault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178EFBAE-694C-41B3-C302-7412D7C0F932}"/>
              </a:ext>
            </a:extLst>
          </p:cNvPr>
          <p:cNvSpPr/>
          <p:nvPr/>
        </p:nvSpPr>
        <p:spPr>
          <a:xfrm rot="16200000">
            <a:off x="3207324" y="7367336"/>
            <a:ext cx="87227" cy="909973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9A0C068E-05C7-2CF3-A00E-767DF7727301}"/>
              </a:ext>
            </a:extLst>
          </p:cNvPr>
          <p:cNvSpPr/>
          <p:nvPr/>
        </p:nvSpPr>
        <p:spPr>
          <a:xfrm>
            <a:off x="2795953" y="7224369"/>
            <a:ext cx="88340" cy="641567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EA6E7EA2-A20F-02F0-4DBF-EEC26C239EB6}"/>
              </a:ext>
            </a:extLst>
          </p:cNvPr>
          <p:cNvSpPr/>
          <p:nvPr/>
        </p:nvSpPr>
        <p:spPr>
          <a:xfrm rot="16200000" flipH="1" flipV="1">
            <a:off x="2412022" y="7450793"/>
            <a:ext cx="668367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A9F33647-1A83-BA08-EA46-5CB67953B7E1}"/>
              </a:ext>
            </a:extLst>
          </p:cNvPr>
          <p:cNvSpPr/>
          <p:nvPr/>
        </p:nvSpPr>
        <p:spPr>
          <a:xfrm rot="16200000" flipH="1" flipV="1">
            <a:off x="4802808" y="8381050"/>
            <a:ext cx="605789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091534AF-005C-6058-20D4-B766625C7410}"/>
              </a:ext>
            </a:extLst>
          </p:cNvPr>
          <p:cNvSpPr/>
          <p:nvPr/>
        </p:nvSpPr>
        <p:spPr>
          <a:xfrm>
            <a:off x="4906083" y="8167154"/>
            <a:ext cx="111457" cy="570768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AD136D08-4166-4D0C-BDC7-1FDBC31FA0DD}"/>
              </a:ext>
            </a:extLst>
          </p:cNvPr>
          <p:cNvSpPr/>
          <p:nvPr/>
        </p:nvSpPr>
        <p:spPr>
          <a:xfrm>
            <a:off x="2075285" y="5555447"/>
            <a:ext cx="1561510" cy="452137"/>
          </a:xfrm>
          <a:prstGeom prst="rect">
            <a:avLst/>
          </a:prstGeom>
          <a:solidFill>
            <a:srgbClr val="FFE2A7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3748DE14-7B56-1DBF-B862-85E3ED989969}"/>
              </a:ext>
            </a:extLst>
          </p:cNvPr>
          <p:cNvSpPr/>
          <p:nvPr/>
        </p:nvSpPr>
        <p:spPr>
          <a:xfrm rot="16200000">
            <a:off x="3280629" y="5651417"/>
            <a:ext cx="537300" cy="175032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E4D6A49C-62DD-2425-F954-E32360350BD0}"/>
              </a:ext>
            </a:extLst>
          </p:cNvPr>
          <p:cNvSpPr/>
          <p:nvPr/>
        </p:nvSpPr>
        <p:spPr>
          <a:xfrm>
            <a:off x="2075284" y="5256589"/>
            <a:ext cx="1561510" cy="394472"/>
          </a:xfrm>
          <a:prstGeom prst="rect">
            <a:avLst/>
          </a:prstGeom>
          <a:solidFill>
            <a:srgbClr val="FFE2A7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BABF46E9-7F7B-554A-2177-F8C099ABB49B}"/>
              </a:ext>
            </a:extLst>
          </p:cNvPr>
          <p:cNvSpPr txBox="1"/>
          <p:nvPr/>
        </p:nvSpPr>
        <p:spPr>
          <a:xfrm>
            <a:off x="1973375" y="5317905"/>
            <a:ext cx="157590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Online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5D30723C-C2FB-8FBA-706F-D777951EC26D}"/>
              </a:ext>
            </a:extLst>
          </p:cNvPr>
          <p:cNvSpPr txBox="1"/>
          <p:nvPr/>
        </p:nvSpPr>
        <p:spPr>
          <a:xfrm>
            <a:off x="1995260" y="5698487"/>
            <a:ext cx="1575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Logged In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90C73E82-D93D-B9F7-2991-CF7A1BB97B04}"/>
              </a:ext>
            </a:extLst>
          </p:cNvPr>
          <p:cNvSpPr/>
          <p:nvPr/>
        </p:nvSpPr>
        <p:spPr>
          <a:xfrm rot="16200000" flipH="1" flipV="1">
            <a:off x="3353684" y="5367953"/>
            <a:ext cx="391187" cy="175034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E2E096B5-8036-637D-48F5-7EEFD1368053}"/>
              </a:ext>
            </a:extLst>
          </p:cNvPr>
          <p:cNvSpPr/>
          <p:nvPr/>
        </p:nvSpPr>
        <p:spPr>
          <a:xfrm>
            <a:off x="1999508" y="4193084"/>
            <a:ext cx="1695731" cy="933646"/>
          </a:xfrm>
          <a:prstGeom prst="rect">
            <a:avLst/>
          </a:prstGeom>
          <a:solidFill>
            <a:srgbClr val="FFFFC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30892183-D7E1-65F3-0C37-72D64CF56FC4}"/>
              </a:ext>
            </a:extLst>
          </p:cNvPr>
          <p:cNvSpPr/>
          <p:nvPr/>
        </p:nvSpPr>
        <p:spPr>
          <a:xfrm>
            <a:off x="1999508" y="4509997"/>
            <a:ext cx="1688715" cy="616732"/>
          </a:xfrm>
          <a:prstGeom prst="rect">
            <a:avLst/>
          </a:prstGeom>
          <a:solidFill>
            <a:srgbClr val="FFFF99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DC25CCA4-19EC-A352-EC44-32F6311943E0}"/>
              </a:ext>
            </a:extLst>
          </p:cNvPr>
          <p:cNvSpPr/>
          <p:nvPr/>
        </p:nvSpPr>
        <p:spPr>
          <a:xfrm>
            <a:off x="3512963" y="4212877"/>
            <a:ext cx="179885" cy="914390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50E402D8-309E-E482-950A-9F57A59FA9CC}"/>
              </a:ext>
            </a:extLst>
          </p:cNvPr>
          <p:cNvSpPr/>
          <p:nvPr/>
        </p:nvSpPr>
        <p:spPr>
          <a:xfrm>
            <a:off x="3513907" y="4206852"/>
            <a:ext cx="178941" cy="30669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7A5067C0-A211-8A3F-E2FC-6D10D6BC37CD}"/>
              </a:ext>
            </a:extLst>
          </p:cNvPr>
          <p:cNvSpPr/>
          <p:nvPr/>
        </p:nvSpPr>
        <p:spPr>
          <a:xfrm>
            <a:off x="3327306" y="4213881"/>
            <a:ext cx="168668" cy="917403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241A9B0C-060F-6E37-D5D3-A338BB15D4CE}"/>
              </a:ext>
            </a:extLst>
          </p:cNvPr>
          <p:cNvSpPr txBox="1"/>
          <p:nvPr/>
        </p:nvSpPr>
        <p:spPr>
          <a:xfrm>
            <a:off x="1883755" y="4233713"/>
            <a:ext cx="1497744" cy="25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P&amp;F RoR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22960856-EDA0-6B57-8C93-139EBE9C2298}"/>
              </a:ext>
            </a:extLst>
          </p:cNvPr>
          <p:cNvSpPr txBox="1"/>
          <p:nvPr/>
        </p:nvSpPr>
        <p:spPr>
          <a:xfrm>
            <a:off x="1989293" y="4602173"/>
            <a:ext cx="1107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Preferences &amp; Flags</a:t>
            </a: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D30FB254-83C0-FCA6-7AC8-32BDCE195B57}"/>
              </a:ext>
            </a:extLst>
          </p:cNvPr>
          <p:cNvSpPr/>
          <p:nvPr/>
        </p:nvSpPr>
        <p:spPr>
          <a:xfrm rot="5400000">
            <a:off x="4432067" y="4885943"/>
            <a:ext cx="1634958" cy="249243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C680AFED-6491-0872-E1D5-6E940BAC0F0B}"/>
              </a:ext>
            </a:extLst>
          </p:cNvPr>
          <p:cNvSpPr txBox="1"/>
          <p:nvPr/>
        </p:nvSpPr>
        <p:spPr>
          <a:xfrm rot="5400000">
            <a:off x="4717751" y="4887922"/>
            <a:ext cx="1065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Encryption Level 2.5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8A8C038B-283E-824B-D5FA-7FD5ABBCE1BD}"/>
              </a:ext>
            </a:extLst>
          </p:cNvPr>
          <p:cNvSpPr/>
          <p:nvPr/>
        </p:nvSpPr>
        <p:spPr>
          <a:xfrm>
            <a:off x="3193465" y="2384328"/>
            <a:ext cx="186277" cy="33848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589FF5F4-F660-4620-6E17-B0432926FDDA}"/>
              </a:ext>
            </a:extLst>
          </p:cNvPr>
          <p:cNvSpPr/>
          <p:nvPr/>
        </p:nvSpPr>
        <p:spPr>
          <a:xfrm>
            <a:off x="5548052" y="2416116"/>
            <a:ext cx="286368" cy="101241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2D718031-7492-F570-5CE6-47C3862B1F4C}"/>
              </a:ext>
            </a:extLst>
          </p:cNvPr>
          <p:cNvSpPr/>
          <p:nvPr/>
        </p:nvSpPr>
        <p:spPr>
          <a:xfrm>
            <a:off x="7256244" y="2413170"/>
            <a:ext cx="287796" cy="1005633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03868985-1E4A-C53B-66F7-EA159BFA3FD0}"/>
              </a:ext>
            </a:extLst>
          </p:cNvPr>
          <p:cNvSpPr/>
          <p:nvPr/>
        </p:nvSpPr>
        <p:spPr>
          <a:xfrm>
            <a:off x="5377350" y="4564816"/>
            <a:ext cx="277979" cy="126045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0FE137B5-3731-0503-2A1D-A072540053E1}"/>
              </a:ext>
            </a:extLst>
          </p:cNvPr>
          <p:cNvSpPr/>
          <p:nvPr/>
        </p:nvSpPr>
        <p:spPr>
          <a:xfrm>
            <a:off x="5378351" y="4564817"/>
            <a:ext cx="275689" cy="294378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5FA6DE1E-7BD9-25CC-A341-5B1F9593DC00}"/>
              </a:ext>
            </a:extLst>
          </p:cNvPr>
          <p:cNvSpPr/>
          <p:nvPr/>
        </p:nvSpPr>
        <p:spPr>
          <a:xfrm>
            <a:off x="3101432" y="4193084"/>
            <a:ext cx="200623" cy="933602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D3B11D8C-E8EA-3975-F21D-E51AB70C7A40}"/>
              </a:ext>
            </a:extLst>
          </p:cNvPr>
          <p:cNvSpPr/>
          <p:nvPr/>
        </p:nvSpPr>
        <p:spPr>
          <a:xfrm>
            <a:off x="3098696" y="4198026"/>
            <a:ext cx="204575" cy="31110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9DAB7E84-13E1-2F00-BDE0-41CEC0B33B9E}"/>
              </a:ext>
            </a:extLst>
          </p:cNvPr>
          <p:cNvSpPr/>
          <p:nvPr/>
        </p:nvSpPr>
        <p:spPr>
          <a:xfrm>
            <a:off x="3253620" y="5259633"/>
            <a:ext cx="204575" cy="74873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B95EDB1-DAF4-93B1-413F-6B2292EA623B}"/>
              </a:ext>
            </a:extLst>
          </p:cNvPr>
          <p:cNvSpPr/>
          <p:nvPr/>
        </p:nvSpPr>
        <p:spPr>
          <a:xfrm>
            <a:off x="3253741" y="5650229"/>
            <a:ext cx="205740" cy="35814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3538A951-1CC5-62A8-6CBD-2B785B4F46BE}"/>
              </a:ext>
            </a:extLst>
          </p:cNvPr>
          <p:cNvSpPr/>
          <p:nvPr/>
        </p:nvSpPr>
        <p:spPr>
          <a:xfrm>
            <a:off x="5426182" y="7153393"/>
            <a:ext cx="277979" cy="139563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DE152719-E97C-C336-82DE-80DEA2369A21}"/>
              </a:ext>
            </a:extLst>
          </p:cNvPr>
          <p:cNvSpPr/>
          <p:nvPr/>
        </p:nvSpPr>
        <p:spPr>
          <a:xfrm>
            <a:off x="5418945" y="7157056"/>
            <a:ext cx="285216" cy="30002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A9770894-4DA8-5D71-6890-990B0000FB54}"/>
              </a:ext>
            </a:extLst>
          </p:cNvPr>
          <p:cNvSpPr/>
          <p:nvPr/>
        </p:nvSpPr>
        <p:spPr>
          <a:xfrm>
            <a:off x="3563942" y="6759465"/>
            <a:ext cx="145000" cy="103270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A40F87EF-7203-346B-27E6-31BF56A9D386}"/>
              </a:ext>
            </a:extLst>
          </p:cNvPr>
          <p:cNvSpPr/>
          <p:nvPr/>
        </p:nvSpPr>
        <p:spPr>
          <a:xfrm>
            <a:off x="3563943" y="6763542"/>
            <a:ext cx="145818" cy="43402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A2BF7C1C-AC0E-ABDF-CC13-9A727207F87A}"/>
              </a:ext>
            </a:extLst>
          </p:cNvPr>
          <p:cNvSpPr/>
          <p:nvPr/>
        </p:nvSpPr>
        <p:spPr>
          <a:xfrm>
            <a:off x="4753068" y="8159493"/>
            <a:ext cx="161124" cy="60392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A185B6B1-A8BA-C80E-F6E1-17DC8D5679DC}"/>
              </a:ext>
            </a:extLst>
          </p:cNvPr>
          <p:cNvSpPr/>
          <p:nvPr/>
        </p:nvSpPr>
        <p:spPr>
          <a:xfrm>
            <a:off x="3597486" y="8351471"/>
            <a:ext cx="111458" cy="33220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659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AEF6-FDAE-15E6-96B2-A989462E4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Rectangle 398">
            <a:extLst>
              <a:ext uri="{FF2B5EF4-FFF2-40B4-BE49-F238E27FC236}">
                <a16:creationId xmlns:a16="http://schemas.microsoft.com/office/drawing/2014/main" id="{2C1E8128-167C-BE1D-55BA-5F561C5495BE}"/>
              </a:ext>
            </a:extLst>
          </p:cNvPr>
          <p:cNvSpPr/>
          <p:nvPr/>
        </p:nvSpPr>
        <p:spPr>
          <a:xfrm>
            <a:off x="4055399" y="5251872"/>
            <a:ext cx="1041817" cy="29395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F2D31622-29F7-960E-68DA-1BF49AD2C94E}"/>
              </a:ext>
            </a:extLst>
          </p:cNvPr>
          <p:cNvSpPr/>
          <p:nvPr/>
        </p:nvSpPr>
        <p:spPr>
          <a:xfrm>
            <a:off x="4055399" y="5555932"/>
            <a:ext cx="1041817" cy="272489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A19651D7-8213-6564-94FB-E4600386F7E5}"/>
              </a:ext>
            </a:extLst>
          </p:cNvPr>
          <p:cNvSpPr txBox="1"/>
          <p:nvPr/>
        </p:nvSpPr>
        <p:spPr>
          <a:xfrm>
            <a:off x="4070200" y="5286017"/>
            <a:ext cx="10775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Membership Exists?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58778D6-B199-D226-4510-330338FB27AB}"/>
              </a:ext>
            </a:extLst>
          </p:cNvPr>
          <p:cNvSpPr txBox="1"/>
          <p:nvPr/>
        </p:nvSpPr>
        <p:spPr>
          <a:xfrm>
            <a:off x="4103534" y="5563861"/>
            <a:ext cx="10011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Logged In?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9CD4AF-1205-0C2E-4912-C286412A0CF2}"/>
              </a:ext>
            </a:extLst>
          </p:cNvPr>
          <p:cNvSpPr/>
          <p:nvPr/>
        </p:nvSpPr>
        <p:spPr>
          <a:xfrm>
            <a:off x="0" y="0"/>
            <a:ext cx="9144000" cy="704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E7C65D-782E-2ECA-37E5-9406FF4D5F10}"/>
              </a:ext>
            </a:extLst>
          </p:cNvPr>
          <p:cNvSpPr/>
          <p:nvPr/>
        </p:nvSpPr>
        <p:spPr>
          <a:xfrm>
            <a:off x="0" y="0"/>
            <a:ext cx="794479" cy="1219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8FEF3D-3390-B25D-FB97-F6D095FE9A61}"/>
              </a:ext>
            </a:extLst>
          </p:cNvPr>
          <p:cNvSpPr/>
          <p:nvPr/>
        </p:nvSpPr>
        <p:spPr>
          <a:xfrm>
            <a:off x="8349521" y="0"/>
            <a:ext cx="794479" cy="1219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4DE3D-75ED-A985-8F73-360A53B62D45}"/>
              </a:ext>
            </a:extLst>
          </p:cNvPr>
          <p:cNvSpPr/>
          <p:nvPr/>
        </p:nvSpPr>
        <p:spPr>
          <a:xfrm>
            <a:off x="0" y="11487462"/>
            <a:ext cx="9144000" cy="704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2837E4-5F2C-B7F8-3EBB-F6EA4D499630}"/>
              </a:ext>
            </a:extLst>
          </p:cNvPr>
          <p:cNvSpPr/>
          <p:nvPr/>
        </p:nvSpPr>
        <p:spPr>
          <a:xfrm>
            <a:off x="794480" y="704538"/>
            <a:ext cx="7292714" cy="4880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5AB920-AAFA-B24B-939E-63BB4F6FC19A}"/>
              </a:ext>
            </a:extLst>
          </p:cNvPr>
          <p:cNvSpPr/>
          <p:nvPr/>
        </p:nvSpPr>
        <p:spPr>
          <a:xfrm>
            <a:off x="914400" y="1268649"/>
            <a:ext cx="7435120" cy="3898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3D48F8-8393-65EB-AE45-C9FEF10AB15B}"/>
              </a:ext>
            </a:extLst>
          </p:cNvPr>
          <p:cNvSpPr/>
          <p:nvPr/>
        </p:nvSpPr>
        <p:spPr>
          <a:xfrm>
            <a:off x="4055400" y="2110832"/>
            <a:ext cx="1041817" cy="43170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E93D89-94DC-B42B-9C4B-7717B9D04C77}"/>
              </a:ext>
            </a:extLst>
          </p:cNvPr>
          <p:cNvSpPr/>
          <p:nvPr/>
        </p:nvSpPr>
        <p:spPr>
          <a:xfrm>
            <a:off x="1391665" y="2367013"/>
            <a:ext cx="2221526" cy="10691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0ECBF2-7DA6-E551-EE0E-2732E3A8BB09}"/>
              </a:ext>
            </a:extLst>
          </p:cNvPr>
          <p:cNvSpPr/>
          <p:nvPr/>
        </p:nvSpPr>
        <p:spPr>
          <a:xfrm>
            <a:off x="3193466" y="2371235"/>
            <a:ext cx="419725" cy="105976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E70FB2-28DA-6D81-2681-196CEE55D260}"/>
              </a:ext>
            </a:extLst>
          </p:cNvPr>
          <p:cNvSpPr/>
          <p:nvPr/>
        </p:nvSpPr>
        <p:spPr>
          <a:xfrm>
            <a:off x="794480" y="1192553"/>
            <a:ext cx="118474" cy="10294910"/>
          </a:xfrm>
          <a:prstGeom prst="rect">
            <a:avLst/>
          </a:prstGeom>
          <a:solidFill>
            <a:srgbClr val="FFD5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11D972-FB7B-232C-E9D3-42AFF9A6BBD8}"/>
              </a:ext>
            </a:extLst>
          </p:cNvPr>
          <p:cNvSpPr/>
          <p:nvPr/>
        </p:nvSpPr>
        <p:spPr>
          <a:xfrm>
            <a:off x="8087194" y="704538"/>
            <a:ext cx="262326" cy="467998"/>
          </a:xfrm>
          <a:prstGeom prst="rect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A61738-C096-63F2-8708-10DE10C32F27}"/>
              </a:ext>
            </a:extLst>
          </p:cNvPr>
          <p:cNvSpPr/>
          <p:nvPr/>
        </p:nvSpPr>
        <p:spPr>
          <a:xfrm>
            <a:off x="7935420" y="1198878"/>
            <a:ext cx="404733" cy="459211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C45C13-B9B6-4F97-115B-3E1274F71EA5}"/>
              </a:ext>
            </a:extLst>
          </p:cNvPr>
          <p:cNvSpPr/>
          <p:nvPr/>
        </p:nvSpPr>
        <p:spPr>
          <a:xfrm>
            <a:off x="7539331" y="1193218"/>
            <a:ext cx="404733" cy="464872"/>
          </a:xfrm>
          <a:prstGeom prst="rect">
            <a:avLst/>
          </a:prstGeom>
          <a:solidFill>
            <a:srgbClr val="6633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13C54D-54D4-A5CD-4EA6-52C41769448F}"/>
              </a:ext>
            </a:extLst>
          </p:cNvPr>
          <p:cNvSpPr/>
          <p:nvPr/>
        </p:nvSpPr>
        <p:spPr>
          <a:xfrm>
            <a:off x="1393174" y="2365123"/>
            <a:ext cx="287796" cy="10675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4E801D-84AE-816A-E1A5-3D70DA0AD97F}"/>
              </a:ext>
            </a:extLst>
          </p:cNvPr>
          <p:cNvSpPr/>
          <p:nvPr/>
        </p:nvSpPr>
        <p:spPr>
          <a:xfrm>
            <a:off x="1391662" y="2719531"/>
            <a:ext cx="1988081" cy="7131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BD32B1-5949-AF9F-D8A3-C49A5ABD047D}"/>
              </a:ext>
            </a:extLst>
          </p:cNvPr>
          <p:cNvSpPr/>
          <p:nvPr/>
        </p:nvSpPr>
        <p:spPr>
          <a:xfrm>
            <a:off x="5555317" y="2408485"/>
            <a:ext cx="1988722" cy="10200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4BE84A-3B4E-3BEF-7B23-CAE3F19EEDDF}"/>
              </a:ext>
            </a:extLst>
          </p:cNvPr>
          <p:cNvSpPr/>
          <p:nvPr/>
        </p:nvSpPr>
        <p:spPr>
          <a:xfrm>
            <a:off x="4055400" y="2542538"/>
            <a:ext cx="1041817" cy="66792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9EE697A-6899-19C9-A4C2-209AFAAF6D56}"/>
              </a:ext>
            </a:extLst>
          </p:cNvPr>
          <p:cNvSpPr/>
          <p:nvPr/>
        </p:nvSpPr>
        <p:spPr>
          <a:xfrm>
            <a:off x="4052090" y="4193084"/>
            <a:ext cx="1041817" cy="4385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95C4FF-FD22-C7E9-9A93-EA071352AA42}"/>
              </a:ext>
            </a:extLst>
          </p:cNvPr>
          <p:cNvSpPr/>
          <p:nvPr/>
        </p:nvSpPr>
        <p:spPr>
          <a:xfrm>
            <a:off x="4052090" y="4624789"/>
            <a:ext cx="1041817" cy="313459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6448AC-BEE8-CF36-87CA-CA6D133D1A8D}"/>
              </a:ext>
            </a:extLst>
          </p:cNvPr>
          <p:cNvSpPr/>
          <p:nvPr/>
        </p:nvSpPr>
        <p:spPr>
          <a:xfrm>
            <a:off x="5381660" y="4558791"/>
            <a:ext cx="2323476" cy="920421"/>
          </a:xfrm>
          <a:prstGeom prst="rect">
            <a:avLst/>
          </a:prstGeom>
          <a:solidFill>
            <a:srgbClr val="FFCC6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F5E5103-B18F-CAA3-1137-74CAB739C2DE}"/>
              </a:ext>
            </a:extLst>
          </p:cNvPr>
          <p:cNvSpPr/>
          <p:nvPr/>
        </p:nvSpPr>
        <p:spPr>
          <a:xfrm>
            <a:off x="5381660" y="4862480"/>
            <a:ext cx="2323476" cy="965942"/>
          </a:xfrm>
          <a:prstGeom prst="rect">
            <a:avLst/>
          </a:prstGeom>
          <a:solidFill>
            <a:srgbClr val="FF99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FE14142-89D0-2517-4ED9-3E77BC10E92C}"/>
              </a:ext>
            </a:extLst>
          </p:cNvPr>
          <p:cNvSpPr/>
          <p:nvPr/>
        </p:nvSpPr>
        <p:spPr>
          <a:xfrm>
            <a:off x="7435311" y="4564816"/>
            <a:ext cx="291575" cy="1263605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17EEB9-0EAE-E08E-0DE3-7C57AC626968}"/>
              </a:ext>
            </a:extLst>
          </p:cNvPr>
          <p:cNvSpPr/>
          <p:nvPr/>
        </p:nvSpPr>
        <p:spPr>
          <a:xfrm>
            <a:off x="7435312" y="4555781"/>
            <a:ext cx="284809" cy="29887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DC93FF-FC5F-EA90-5BB6-3127B2D5245B}"/>
              </a:ext>
            </a:extLst>
          </p:cNvPr>
          <p:cNvSpPr/>
          <p:nvPr/>
        </p:nvSpPr>
        <p:spPr>
          <a:xfrm>
            <a:off x="7200051" y="4558792"/>
            <a:ext cx="220277" cy="125558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EFA8EE-C4C6-3010-722F-69D606E24E40}"/>
              </a:ext>
            </a:extLst>
          </p:cNvPr>
          <p:cNvSpPr/>
          <p:nvPr/>
        </p:nvSpPr>
        <p:spPr>
          <a:xfrm>
            <a:off x="4051090" y="4951542"/>
            <a:ext cx="1041817" cy="29595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FF2D15-7DB8-C3B8-49B7-A8946C3AF1F6}"/>
              </a:ext>
            </a:extLst>
          </p:cNvPr>
          <p:cNvSpPr/>
          <p:nvPr/>
        </p:nvSpPr>
        <p:spPr>
          <a:xfrm>
            <a:off x="4052222" y="6602940"/>
            <a:ext cx="1041817" cy="4385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7E123D-0854-D6C7-C8E4-1E480ED5CFEE}"/>
              </a:ext>
            </a:extLst>
          </p:cNvPr>
          <p:cNvSpPr/>
          <p:nvPr/>
        </p:nvSpPr>
        <p:spPr>
          <a:xfrm>
            <a:off x="4052222" y="7034645"/>
            <a:ext cx="1041817" cy="43772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490EB5A-1A52-2485-82EB-3DA74AA22172}"/>
              </a:ext>
            </a:extLst>
          </p:cNvPr>
          <p:cNvSpPr/>
          <p:nvPr/>
        </p:nvSpPr>
        <p:spPr>
          <a:xfrm>
            <a:off x="5418946" y="7153394"/>
            <a:ext cx="2323476" cy="303688"/>
          </a:xfrm>
          <a:prstGeom prst="rect">
            <a:avLst/>
          </a:prstGeom>
          <a:solidFill>
            <a:srgbClr val="FF3F3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6A62E5C-C8F1-6FC6-6349-91B5019D3469}"/>
              </a:ext>
            </a:extLst>
          </p:cNvPr>
          <p:cNvSpPr/>
          <p:nvPr/>
        </p:nvSpPr>
        <p:spPr>
          <a:xfrm>
            <a:off x="5418946" y="7457081"/>
            <a:ext cx="2323476" cy="1089593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8DFF6F2-EDBD-E2A0-0CDF-8778C6EC4BB5}"/>
              </a:ext>
            </a:extLst>
          </p:cNvPr>
          <p:cNvSpPr/>
          <p:nvPr/>
        </p:nvSpPr>
        <p:spPr>
          <a:xfrm>
            <a:off x="7472600" y="7159418"/>
            <a:ext cx="269822" cy="1387256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99DA706-F55D-EB50-7261-C492CE413CE7}"/>
              </a:ext>
            </a:extLst>
          </p:cNvPr>
          <p:cNvSpPr/>
          <p:nvPr/>
        </p:nvSpPr>
        <p:spPr>
          <a:xfrm>
            <a:off x="7472600" y="7153393"/>
            <a:ext cx="269822" cy="30669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A4C4FF-1F44-8F66-B6A8-AA263ED9DC3A}"/>
              </a:ext>
            </a:extLst>
          </p:cNvPr>
          <p:cNvSpPr/>
          <p:nvPr/>
        </p:nvSpPr>
        <p:spPr>
          <a:xfrm>
            <a:off x="7260755" y="7153393"/>
            <a:ext cx="211845" cy="1393281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877E058-E2E8-8892-DCDB-E0D94621F52B}"/>
              </a:ext>
            </a:extLst>
          </p:cNvPr>
          <p:cNvSpPr/>
          <p:nvPr/>
        </p:nvSpPr>
        <p:spPr>
          <a:xfrm>
            <a:off x="2665250" y="6763961"/>
            <a:ext cx="1043693" cy="1920064"/>
          </a:xfrm>
          <a:prstGeom prst="rect">
            <a:avLst/>
          </a:prstGeom>
          <a:solidFill>
            <a:srgbClr val="FF781D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B0F215C-4EC0-194A-24F7-B99FBB03FE52}"/>
              </a:ext>
            </a:extLst>
          </p:cNvPr>
          <p:cNvSpPr/>
          <p:nvPr/>
        </p:nvSpPr>
        <p:spPr>
          <a:xfrm>
            <a:off x="4052221" y="7460893"/>
            <a:ext cx="1041817" cy="43772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CDEDF9-C412-1597-0133-B5794082F028}"/>
              </a:ext>
            </a:extLst>
          </p:cNvPr>
          <p:cNvSpPr/>
          <p:nvPr/>
        </p:nvSpPr>
        <p:spPr>
          <a:xfrm rot="16200000">
            <a:off x="3692066" y="9189257"/>
            <a:ext cx="631326" cy="987642"/>
          </a:xfrm>
          <a:prstGeom prst="rect">
            <a:avLst/>
          </a:prstGeom>
          <a:solidFill>
            <a:srgbClr val="00206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58A4A31-9E1E-33F2-7AD1-35D34A94B969}"/>
              </a:ext>
            </a:extLst>
          </p:cNvPr>
          <p:cNvSpPr/>
          <p:nvPr/>
        </p:nvSpPr>
        <p:spPr>
          <a:xfrm>
            <a:off x="914401" y="1674644"/>
            <a:ext cx="295454" cy="9812819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C9F68D-0E92-370C-4728-8C2A06B5710C}"/>
              </a:ext>
            </a:extLst>
          </p:cNvPr>
          <p:cNvSpPr/>
          <p:nvPr/>
        </p:nvSpPr>
        <p:spPr>
          <a:xfrm rot="5400000">
            <a:off x="4320631" y="-1442557"/>
            <a:ext cx="295951" cy="6517513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18510C-1805-C868-7039-C2971D44E784}"/>
              </a:ext>
            </a:extLst>
          </p:cNvPr>
          <p:cNvSpPr/>
          <p:nvPr/>
        </p:nvSpPr>
        <p:spPr>
          <a:xfrm>
            <a:off x="921418" y="1665940"/>
            <a:ext cx="289506" cy="295951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2D60CC4-3543-A674-2051-E74E304AA5DC}"/>
              </a:ext>
            </a:extLst>
          </p:cNvPr>
          <p:cNvSpPr/>
          <p:nvPr/>
        </p:nvSpPr>
        <p:spPr>
          <a:xfrm>
            <a:off x="1208406" y="4029923"/>
            <a:ext cx="631157" cy="7455895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63D6071-A6EC-5101-7621-2CFA655482BF}"/>
              </a:ext>
            </a:extLst>
          </p:cNvPr>
          <p:cNvSpPr/>
          <p:nvPr/>
        </p:nvSpPr>
        <p:spPr>
          <a:xfrm rot="5400000">
            <a:off x="4306654" y="644602"/>
            <a:ext cx="295953" cy="6489555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45AB296-9DD5-C78F-D145-0DDA092DC1C6}"/>
              </a:ext>
            </a:extLst>
          </p:cNvPr>
          <p:cNvSpPr/>
          <p:nvPr/>
        </p:nvSpPr>
        <p:spPr>
          <a:xfrm>
            <a:off x="1209853" y="3744689"/>
            <a:ext cx="630575" cy="292667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CF93D7C-1787-351B-0A50-65CA26D6A2FF}"/>
              </a:ext>
            </a:extLst>
          </p:cNvPr>
          <p:cNvSpPr/>
          <p:nvPr/>
        </p:nvSpPr>
        <p:spPr>
          <a:xfrm flipH="1">
            <a:off x="1840428" y="6441360"/>
            <a:ext cx="722888" cy="5042815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88328C7-C7BD-67F0-D458-AF6BDCBAEE1B}"/>
              </a:ext>
            </a:extLst>
          </p:cNvPr>
          <p:cNvSpPr/>
          <p:nvPr/>
        </p:nvSpPr>
        <p:spPr>
          <a:xfrm flipH="1">
            <a:off x="1840593" y="6096001"/>
            <a:ext cx="5879528" cy="345360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92941FD-DEA8-49D6-DFF2-E32AE0AC0043}"/>
              </a:ext>
            </a:extLst>
          </p:cNvPr>
          <p:cNvSpPr/>
          <p:nvPr/>
        </p:nvSpPr>
        <p:spPr>
          <a:xfrm flipH="1">
            <a:off x="1840591" y="6095998"/>
            <a:ext cx="722725" cy="348649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8635BB-F2B7-6194-1203-FFD0EC7186BA}"/>
              </a:ext>
            </a:extLst>
          </p:cNvPr>
          <p:cNvSpPr/>
          <p:nvPr/>
        </p:nvSpPr>
        <p:spPr>
          <a:xfrm flipH="1">
            <a:off x="2571415" y="8993338"/>
            <a:ext cx="5251270" cy="248386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62C826-7C77-BDCC-A827-AF2A06EB79E9}"/>
              </a:ext>
            </a:extLst>
          </p:cNvPr>
          <p:cNvSpPr/>
          <p:nvPr/>
        </p:nvSpPr>
        <p:spPr>
          <a:xfrm rot="16200000">
            <a:off x="3044691" y="7489781"/>
            <a:ext cx="284809" cy="1043692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AF8913-8F18-5982-6D1E-BB12C6BF9B08}"/>
              </a:ext>
            </a:extLst>
          </p:cNvPr>
          <p:cNvSpPr/>
          <p:nvPr/>
        </p:nvSpPr>
        <p:spPr>
          <a:xfrm>
            <a:off x="2665251" y="6759008"/>
            <a:ext cx="1043692" cy="438560"/>
          </a:xfrm>
          <a:prstGeom prst="rect">
            <a:avLst/>
          </a:prstGeom>
          <a:solidFill>
            <a:srgbClr val="FF99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BC5E142-55E2-1D64-5898-4058CC131AAC}"/>
              </a:ext>
            </a:extLst>
          </p:cNvPr>
          <p:cNvSpPr/>
          <p:nvPr/>
        </p:nvSpPr>
        <p:spPr>
          <a:xfrm>
            <a:off x="4646107" y="10442888"/>
            <a:ext cx="3583491" cy="33332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BBF807-2FCA-B38B-1354-259C0CDE7672}"/>
              </a:ext>
            </a:extLst>
          </p:cNvPr>
          <p:cNvSpPr/>
          <p:nvPr/>
        </p:nvSpPr>
        <p:spPr>
          <a:xfrm flipH="1">
            <a:off x="2563315" y="9009743"/>
            <a:ext cx="822674" cy="2474433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1237B5-EBBE-A596-30B0-C9588A0EA5CB}"/>
              </a:ext>
            </a:extLst>
          </p:cNvPr>
          <p:cNvSpPr/>
          <p:nvPr/>
        </p:nvSpPr>
        <p:spPr>
          <a:xfrm flipH="1">
            <a:off x="2563315" y="8992672"/>
            <a:ext cx="822674" cy="249052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9B5DF69-CACC-62FA-9400-03564DCE6781}"/>
              </a:ext>
            </a:extLst>
          </p:cNvPr>
          <p:cNvSpPr/>
          <p:nvPr/>
        </p:nvSpPr>
        <p:spPr>
          <a:xfrm>
            <a:off x="3385988" y="10913777"/>
            <a:ext cx="4455985" cy="57368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1D5152F-37E9-9860-39F0-45DE36AF55FB}"/>
              </a:ext>
            </a:extLst>
          </p:cNvPr>
          <p:cNvSpPr/>
          <p:nvPr/>
        </p:nvSpPr>
        <p:spPr>
          <a:xfrm rot="5400000" flipH="1">
            <a:off x="3428342" y="5996044"/>
            <a:ext cx="9730898" cy="111457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13D8F48-1E41-94D8-9A09-45CCFAAEDDAB}"/>
              </a:ext>
            </a:extLst>
          </p:cNvPr>
          <p:cNvSpPr/>
          <p:nvPr/>
        </p:nvSpPr>
        <p:spPr>
          <a:xfrm rot="16200000">
            <a:off x="7807012" y="10941668"/>
            <a:ext cx="570398" cy="5146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DF6846-0A9D-6231-DA0E-38BEDDE43A4E}"/>
              </a:ext>
            </a:extLst>
          </p:cNvPr>
          <p:cNvSpPr/>
          <p:nvPr/>
        </p:nvSpPr>
        <p:spPr>
          <a:xfrm flipH="1">
            <a:off x="3385987" y="10442887"/>
            <a:ext cx="1260120" cy="333324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F414DA-4D46-1E6E-5375-75385FAC5089}"/>
              </a:ext>
            </a:extLst>
          </p:cNvPr>
          <p:cNvSpPr/>
          <p:nvPr/>
        </p:nvSpPr>
        <p:spPr>
          <a:xfrm rot="16200000">
            <a:off x="6027451" y="8204411"/>
            <a:ext cx="624563" cy="2963770"/>
          </a:xfrm>
          <a:prstGeom prst="rect">
            <a:avLst/>
          </a:prstGeom>
          <a:solidFill>
            <a:srgbClr val="003CB4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2E2403-CFE1-B0D5-1DA3-EFAF8280F452}"/>
              </a:ext>
            </a:extLst>
          </p:cNvPr>
          <p:cNvSpPr txBox="1"/>
          <p:nvPr/>
        </p:nvSpPr>
        <p:spPr>
          <a:xfrm>
            <a:off x="3633163" y="170662"/>
            <a:ext cx="181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(2</a:t>
            </a:r>
            <a:r>
              <a:rPr lang="en-US" baseline="30000" dirty="0"/>
              <a:t>nd</a:t>
            </a:r>
            <a:r>
              <a:rPr lang="en-US" dirty="0"/>
              <a:t> Party)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DA9AD2-350B-199F-8363-F963F6EFD6A3}"/>
              </a:ext>
            </a:extLst>
          </p:cNvPr>
          <p:cNvSpPr txBox="1"/>
          <p:nvPr/>
        </p:nvSpPr>
        <p:spPr>
          <a:xfrm rot="16200000">
            <a:off x="-1849250" y="5914160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Unauthorized/Malicious (4th Party)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C8FAF7-8CDA-DE35-EF45-9C20C2307EB3}"/>
              </a:ext>
            </a:extLst>
          </p:cNvPr>
          <p:cNvSpPr txBox="1"/>
          <p:nvPr/>
        </p:nvSpPr>
        <p:spPr>
          <a:xfrm rot="5400000">
            <a:off x="6501369" y="591133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Consultant (3rd Party)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5D1B084-5C66-C62C-C17C-8062DCA1AB69}"/>
              </a:ext>
            </a:extLst>
          </p:cNvPr>
          <p:cNvSpPr txBox="1"/>
          <p:nvPr/>
        </p:nvSpPr>
        <p:spPr>
          <a:xfrm>
            <a:off x="2246877" y="1165349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Authorized (1st Party)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33DBA7-A25B-722D-A12C-5AC7DE0BE2EA}"/>
              </a:ext>
            </a:extLst>
          </p:cNvPr>
          <p:cNvSpPr txBox="1"/>
          <p:nvPr/>
        </p:nvSpPr>
        <p:spPr>
          <a:xfrm>
            <a:off x="2201300" y="747214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User Display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250E18-3F61-3DBD-1DF5-C7F11EC0EA32}"/>
              </a:ext>
            </a:extLst>
          </p:cNvPr>
          <p:cNvSpPr txBox="1"/>
          <p:nvPr/>
        </p:nvSpPr>
        <p:spPr>
          <a:xfrm>
            <a:off x="2221126" y="128199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Web Page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89ED0FD-AEDF-01DA-2C01-197EDC7F69FF}"/>
              </a:ext>
            </a:extLst>
          </p:cNvPr>
          <p:cNvSpPr txBox="1"/>
          <p:nvPr/>
        </p:nvSpPr>
        <p:spPr>
          <a:xfrm>
            <a:off x="4062814" y="2154767"/>
            <a:ext cx="1034402" cy="346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78CAFA4-4A05-DFDE-B839-DAAD04FD075A}"/>
              </a:ext>
            </a:extLst>
          </p:cNvPr>
          <p:cNvSpPr txBox="1"/>
          <p:nvPr/>
        </p:nvSpPr>
        <p:spPr>
          <a:xfrm>
            <a:off x="4026207" y="2695907"/>
            <a:ext cx="11108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From Web Page?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BBE11-FF53-6FA0-0243-01D492DDA81D}"/>
              </a:ext>
            </a:extLst>
          </p:cNvPr>
          <p:cNvSpPr txBox="1"/>
          <p:nvPr/>
        </p:nvSpPr>
        <p:spPr>
          <a:xfrm>
            <a:off x="1686545" y="1689252"/>
            <a:ext cx="1786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F0EDEF5-A872-287F-D3E3-96BE7496172F}"/>
              </a:ext>
            </a:extLst>
          </p:cNvPr>
          <p:cNvSpPr txBox="1"/>
          <p:nvPr/>
        </p:nvSpPr>
        <p:spPr>
          <a:xfrm rot="16200000">
            <a:off x="-156480" y="5713461"/>
            <a:ext cx="24098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3728A62-F7C4-8307-448B-78DA7F4DA674}"/>
              </a:ext>
            </a:extLst>
          </p:cNvPr>
          <p:cNvSpPr/>
          <p:nvPr/>
        </p:nvSpPr>
        <p:spPr>
          <a:xfrm rot="5400000">
            <a:off x="4188714" y="-2076881"/>
            <a:ext cx="73413" cy="6624931"/>
          </a:xfrm>
          <a:prstGeom prst="rect">
            <a:avLst/>
          </a:prstGeom>
          <a:solidFill>
            <a:srgbClr val="FFD5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5CE9465-A0C2-7042-BE1B-434A0086BC67}"/>
              </a:ext>
            </a:extLst>
          </p:cNvPr>
          <p:cNvSpPr txBox="1"/>
          <p:nvPr/>
        </p:nvSpPr>
        <p:spPr>
          <a:xfrm>
            <a:off x="2119853" y="3775204"/>
            <a:ext cx="176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708F83F-6445-1910-156F-84FD9A008D18}"/>
              </a:ext>
            </a:extLst>
          </p:cNvPr>
          <p:cNvSpPr txBox="1"/>
          <p:nvPr/>
        </p:nvSpPr>
        <p:spPr>
          <a:xfrm rot="16200000">
            <a:off x="660987" y="6617456"/>
            <a:ext cx="176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DB92B6D-D791-8949-988E-AD2ABCAC1143}"/>
              </a:ext>
            </a:extLst>
          </p:cNvPr>
          <p:cNvSpPr txBox="1"/>
          <p:nvPr/>
        </p:nvSpPr>
        <p:spPr>
          <a:xfrm>
            <a:off x="4059449" y="4229998"/>
            <a:ext cx="1018370" cy="35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6CE5D3C-7B13-B552-9778-EDD2F9231389}"/>
              </a:ext>
            </a:extLst>
          </p:cNvPr>
          <p:cNvSpPr txBox="1"/>
          <p:nvPr/>
        </p:nvSpPr>
        <p:spPr>
          <a:xfrm>
            <a:off x="4059582" y="6653611"/>
            <a:ext cx="1034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12430FA-5DED-ADF5-5977-DA91F01C204B}"/>
              </a:ext>
            </a:extLst>
          </p:cNvPr>
          <p:cNvSpPr txBox="1"/>
          <p:nvPr/>
        </p:nvSpPr>
        <p:spPr>
          <a:xfrm>
            <a:off x="2492499" y="1174031"/>
            <a:ext cx="1786975" cy="130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" dirty="0"/>
              <a:t>HTTPS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9125231-6F72-8C53-8BAD-37E82B7E0EE0}"/>
              </a:ext>
            </a:extLst>
          </p:cNvPr>
          <p:cNvSpPr txBox="1"/>
          <p:nvPr/>
        </p:nvSpPr>
        <p:spPr>
          <a:xfrm rot="16200000">
            <a:off x="-39047" y="3025904"/>
            <a:ext cx="1786975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/>
              <a:t>HTTPS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65C0F73-DCF2-A0F1-466F-0A3CC27EF7BE}"/>
              </a:ext>
            </a:extLst>
          </p:cNvPr>
          <p:cNvSpPr txBox="1"/>
          <p:nvPr/>
        </p:nvSpPr>
        <p:spPr>
          <a:xfrm>
            <a:off x="1551472" y="2420043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Ads &amp; Featured RoD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F28E335-5C32-BB4E-2283-6CC742C82161}"/>
              </a:ext>
            </a:extLst>
          </p:cNvPr>
          <p:cNvSpPr txBox="1"/>
          <p:nvPr/>
        </p:nvSpPr>
        <p:spPr>
          <a:xfrm>
            <a:off x="5658337" y="2638119"/>
            <a:ext cx="17453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Source Data RoD</a:t>
            </a:r>
          </a:p>
          <a:p>
            <a:pPr algn="ctr"/>
            <a:r>
              <a:rPr lang="en-US" sz="1050" dirty="0"/>
              <a:t>(Page Specific)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A954893-156C-6CDB-ED11-261910971102}"/>
              </a:ext>
            </a:extLst>
          </p:cNvPr>
          <p:cNvSpPr txBox="1"/>
          <p:nvPr/>
        </p:nvSpPr>
        <p:spPr>
          <a:xfrm>
            <a:off x="1473761" y="2880848"/>
            <a:ext cx="1895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Ads &amp; Listings Full RoD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E59C96F-2AF9-800F-8B11-C6E469831AFF}"/>
              </a:ext>
            </a:extLst>
          </p:cNvPr>
          <p:cNvSpPr txBox="1"/>
          <p:nvPr/>
        </p:nvSpPr>
        <p:spPr>
          <a:xfrm>
            <a:off x="5527096" y="4609238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Intermediate RoR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202D2E7-93C4-BDB9-893D-4D38ACB540B4}"/>
              </a:ext>
            </a:extLst>
          </p:cNvPr>
          <p:cNvSpPr txBox="1"/>
          <p:nvPr/>
        </p:nvSpPr>
        <p:spPr>
          <a:xfrm>
            <a:off x="5576075" y="7183447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Auth-Critical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5F9F008-E49E-0A86-CC95-DB03595547BF}"/>
              </a:ext>
            </a:extLst>
          </p:cNvPr>
          <p:cNvSpPr txBox="1"/>
          <p:nvPr/>
        </p:nvSpPr>
        <p:spPr>
          <a:xfrm>
            <a:off x="5606640" y="5109413"/>
            <a:ext cx="16154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Intermediate Data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B96411D4-F326-B238-EAF0-3881B76CC0DA}"/>
              </a:ext>
            </a:extLst>
          </p:cNvPr>
          <p:cNvSpPr txBox="1"/>
          <p:nvPr/>
        </p:nvSpPr>
        <p:spPr>
          <a:xfrm>
            <a:off x="5672547" y="7792174"/>
            <a:ext cx="16154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User Critical Data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12920B7-700E-0A8A-4258-F3590A2D647C}"/>
              </a:ext>
            </a:extLst>
          </p:cNvPr>
          <p:cNvSpPr txBox="1"/>
          <p:nvPr/>
        </p:nvSpPr>
        <p:spPr>
          <a:xfrm>
            <a:off x="3414804" y="9495922"/>
            <a:ext cx="12294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Mission Critical Data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69601A-59A6-295B-6880-8433DE9248EF}"/>
              </a:ext>
            </a:extLst>
          </p:cNvPr>
          <p:cNvSpPr/>
          <p:nvPr/>
        </p:nvSpPr>
        <p:spPr>
          <a:xfrm rot="16200000" flipH="1" flipV="1">
            <a:off x="3161154" y="4937178"/>
            <a:ext cx="1636217" cy="148027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898E507-0E70-B675-DE7B-AF5FC2B141EF}"/>
              </a:ext>
            </a:extLst>
          </p:cNvPr>
          <p:cNvSpPr/>
          <p:nvPr/>
        </p:nvSpPr>
        <p:spPr>
          <a:xfrm rot="16200000" flipH="1" flipV="1">
            <a:off x="3321488" y="7170211"/>
            <a:ext cx="1295676" cy="16113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0234631-78BC-F23F-97B5-F49900674B34}"/>
              </a:ext>
            </a:extLst>
          </p:cNvPr>
          <p:cNvSpPr/>
          <p:nvPr/>
        </p:nvSpPr>
        <p:spPr>
          <a:xfrm rot="16200000" flipH="1" flipV="1">
            <a:off x="3423662" y="2587822"/>
            <a:ext cx="1099635" cy="145658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20CC51A7-AE5C-8F80-6DE0-A4F6F818CE46}"/>
              </a:ext>
            </a:extLst>
          </p:cNvPr>
          <p:cNvSpPr/>
          <p:nvPr/>
        </p:nvSpPr>
        <p:spPr>
          <a:xfrm>
            <a:off x="4572000" y="9241724"/>
            <a:ext cx="186771" cy="8485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5CD35D7B-7733-9239-3492-1F6BB16F386E}"/>
              </a:ext>
            </a:extLst>
          </p:cNvPr>
          <p:cNvSpPr/>
          <p:nvPr/>
        </p:nvSpPr>
        <p:spPr>
          <a:xfrm rot="16200000">
            <a:off x="3886815" y="9565966"/>
            <a:ext cx="186771" cy="11836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45C4AFA-8962-1317-6559-F519F2385D88}"/>
              </a:ext>
            </a:extLst>
          </p:cNvPr>
          <p:cNvSpPr/>
          <p:nvPr/>
        </p:nvSpPr>
        <p:spPr>
          <a:xfrm flipH="1">
            <a:off x="4572000" y="10057090"/>
            <a:ext cx="186146" cy="1939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0772517-0D59-8305-5EB2-7227D640C25F}"/>
              </a:ext>
            </a:extLst>
          </p:cNvPr>
          <p:cNvSpPr txBox="1"/>
          <p:nvPr/>
        </p:nvSpPr>
        <p:spPr>
          <a:xfrm>
            <a:off x="4954896" y="10483824"/>
            <a:ext cx="3165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Authentication &amp; Authorization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D45BB9E-6FB0-2B64-A49E-DBC348483DDC}"/>
              </a:ext>
            </a:extLst>
          </p:cNvPr>
          <p:cNvSpPr/>
          <p:nvPr/>
        </p:nvSpPr>
        <p:spPr>
          <a:xfrm rot="16200000">
            <a:off x="7063062" y="9242589"/>
            <a:ext cx="624563" cy="8874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5514E6B-BF12-4736-D498-D374488259E4}"/>
              </a:ext>
            </a:extLst>
          </p:cNvPr>
          <p:cNvSpPr txBox="1"/>
          <p:nvPr/>
        </p:nvSpPr>
        <p:spPr>
          <a:xfrm>
            <a:off x="6950289" y="9461583"/>
            <a:ext cx="8713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1</a:t>
            </a:r>
            <a:r>
              <a:rPr lang="en-US" sz="1050" baseline="30000" dirty="0">
                <a:solidFill>
                  <a:schemeClr val="bg1"/>
                </a:solidFill>
              </a:rPr>
              <a:t>st</a:t>
            </a:r>
            <a:r>
              <a:rPr lang="en-US" sz="1050" dirty="0">
                <a:solidFill>
                  <a:schemeClr val="bg1"/>
                </a:solidFill>
              </a:rPr>
              <a:t> Party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</a:rPr>
              <a:t>Auth RoR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8C62E02-A1C5-B683-C688-9FBEC44A6551}"/>
              </a:ext>
            </a:extLst>
          </p:cNvPr>
          <p:cNvSpPr txBox="1"/>
          <p:nvPr/>
        </p:nvSpPr>
        <p:spPr>
          <a:xfrm>
            <a:off x="4042418" y="4656492"/>
            <a:ext cx="1077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Online?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A38D91E-683D-B820-6E1F-CF6DD3CFBDEB}"/>
              </a:ext>
            </a:extLst>
          </p:cNvPr>
          <p:cNvSpPr txBox="1"/>
          <p:nvPr/>
        </p:nvSpPr>
        <p:spPr>
          <a:xfrm>
            <a:off x="4068349" y="5005409"/>
            <a:ext cx="1065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IP Account Exists?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0C8B3D4-2354-1E1E-593E-557D3587A7BC}"/>
              </a:ext>
            </a:extLst>
          </p:cNvPr>
          <p:cNvSpPr txBox="1"/>
          <p:nvPr/>
        </p:nvSpPr>
        <p:spPr>
          <a:xfrm>
            <a:off x="2626176" y="6805238"/>
            <a:ext cx="952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/>
              <a:t>Messages RoR (Must be Logged In)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F1A000E-8A09-F861-7812-452396AAEE70}"/>
              </a:ext>
            </a:extLst>
          </p:cNvPr>
          <p:cNvSpPr txBox="1"/>
          <p:nvPr/>
        </p:nvSpPr>
        <p:spPr>
          <a:xfrm>
            <a:off x="2784424" y="7313581"/>
            <a:ext cx="908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Messenger Data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89E0DAA-A359-36CA-B32F-EDD7C3AC4D2E}"/>
              </a:ext>
            </a:extLst>
          </p:cNvPr>
          <p:cNvSpPr txBox="1"/>
          <p:nvPr/>
        </p:nvSpPr>
        <p:spPr>
          <a:xfrm>
            <a:off x="4883942" y="9446859"/>
            <a:ext cx="15923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50" dirty="0">
                <a:solidFill>
                  <a:schemeClr val="bg1"/>
                </a:solidFill>
              </a:rPr>
              <a:t>Organization Critical Data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DDE0137-033A-8676-4C4C-1001AEBA0463}"/>
              </a:ext>
            </a:extLst>
          </p:cNvPr>
          <p:cNvSpPr txBox="1"/>
          <p:nvPr/>
        </p:nvSpPr>
        <p:spPr>
          <a:xfrm>
            <a:off x="3385987" y="11046788"/>
            <a:ext cx="4448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Authorized 1</a:t>
            </a:r>
            <a:r>
              <a:rPr lang="en-US" sz="1400" baseline="30000" dirty="0"/>
              <a:t>st</a:t>
            </a:r>
            <a:r>
              <a:rPr lang="en-US" sz="1400" dirty="0"/>
              <a:t> Party Display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ADD0EBA-431B-C703-1CF9-25DFABFE608B}"/>
              </a:ext>
            </a:extLst>
          </p:cNvPr>
          <p:cNvSpPr txBox="1"/>
          <p:nvPr/>
        </p:nvSpPr>
        <p:spPr>
          <a:xfrm>
            <a:off x="7699408" y="10999362"/>
            <a:ext cx="794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3rd Party</a:t>
            </a:r>
          </a:p>
          <a:p>
            <a:pPr algn="ctr"/>
            <a:r>
              <a:rPr lang="en-US" sz="800" dirty="0"/>
              <a:t>Display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28A001C-807C-4574-6FAE-C7BCE5341453}"/>
              </a:ext>
            </a:extLst>
          </p:cNvPr>
          <p:cNvSpPr txBox="1"/>
          <p:nvPr/>
        </p:nvSpPr>
        <p:spPr>
          <a:xfrm>
            <a:off x="4071413" y="7554687"/>
            <a:ext cx="10011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Authorization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3C012C33-1946-2537-042F-8151F1CBDFCF}"/>
              </a:ext>
            </a:extLst>
          </p:cNvPr>
          <p:cNvSpPr txBox="1"/>
          <p:nvPr/>
        </p:nvSpPr>
        <p:spPr>
          <a:xfrm>
            <a:off x="3955063" y="7122701"/>
            <a:ext cx="12573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Full </a:t>
            </a:r>
            <a:r>
              <a:rPr lang="en-US" sz="1050" dirty="0"/>
              <a:t>Verification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87C6B221-7D9C-5B03-316E-5F0EFB6BE88F}"/>
              </a:ext>
            </a:extLst>
          </p:cNvPr>
          <p:cNvSpPr txBox="1"/>
          <p:nvPr/>
        </p:nvSpPr>
        <p:spPr>
          <a:xfrm rot="16200000">
            <a:off x="1262734" y="7639901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3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E2B15B8-09E8-7948-E632-1704C7765F7F}"/>
              </a:ext>
            </a:extLst>
          </p:cNvPr>
          <p:cNvSpPr txBox="1"/>
          <p:nvPr/>
        </p:nvSpPr>
        <p:spPr>
          <a:xfrm>
            <a:off x="2865958" y="6179095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3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AE2EAD2-D4E2-BD32-5AAD-3F1C1A87335A}"/>
              </a:ext>
            </a:extLst>
          </p:cNvPr>
          <p:cNvSpPr txBox="1"/>
          <p:nvPr/>
        </p:nvSpPr>
        <p:spPr>
          <a:xfrm rot="16200000">
            <a:off x="2047791" y="10190378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4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848FCEC-B242-8E1A-15C1-C9ABC9C5DBD8}"/>
              </a:ext>
            </a:extLst>
          </p:cNvPr>
          <p:cNvSpPr txBox="1"/>
          <p:nvPr/>
        </p:nvSpPr>
        <p:spPr>
          <a:xfrm>
            <a:off x="3656829" y="8992672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4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19788C-4030-E7B6-B861-0665017C98DC}"/>
              </a:ext>
            </a:extLst>
          </p:cNvPr>
          <p:cNvCxnSpPr/>
          <p:nvPr/>
        </p:nvCxnSpPr>
        <p:spPr>
          <a:xfrm>
            <a:off x="4501550" y="1193218"/>
            <a:ext cx="0" cy="224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00FECE7-1387-B329-199C-D44F38E04A22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4516270" y="1651324"/>
            <a:ext cx="3479" cy="575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C5B42D-4BA7-7CF6-ADFF-AD569EFAAFF5}"/>
              </a:ext>
            </a:extLst>
          </p:cNvPr>
          <p:cNvCxnSpPr>
            <a:cxnSpLocks/>
          </p:cNvCxnSpPr>
          <p:nvPr/>
        </p:nvCxnSpPr>
        <p:spPr>
          <a:xfrm>
            <a:off x="4526060" y="2422688"/>
            <a:ext cx="4931" cy="60806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FC88CDF3-5E63-FB7C-F01A-514800220CB8}"/>
              </a:ext>
            </a:extLst>
          </p:cNvPr>
          <p:cNvCxnSpPr>
            <a:cxnSpLocks/>
          </p:cNvCxnSpPr>
          <p:nvPr/>
        </p:nvCxnSpPr>
        <p:spPr>
          <a:xfrm flipH="1" flipV="1">
            <a:off x="3506747" y="2615555"/>
            <a:ext cx="596787" cy="15221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BC182A1D-D747-7B2A-BB17-5EC3AF05AF3B}"/>
              </a:ext>
            </a:extLst>
          </p:cNvPr>
          <p:cNvCxnSpPr>
            <a:cxnSpLocks/>
          </p:cNvCxnSpPr>
          <p:nvPr/>
        </p:nvCxnSpPr>
        <p:spPr>
          <a:xfrm flipV="1">
            <a:off x="3263062" y="2158355"/>
            <a:ext cx="912079" cy="36668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EB3259BA-1415-6CDD-61AD-E85882FEA36F}"/>
              </a:ext>
            </a:extLst>
          </p:cNvPr>
          <p:cNvCxnSpPr>
            <a:cxnSpLocks/>
          </p:cNvCxnSpPr>
          <p:nvPr/>
        </p:nvCxnSpPr>
        <p:spPr>
          <a:xfrm flipH="1" flipV="1">
            <a:off x="3274142" y="3023419"/>
            <a:ext cx="193313" cy="22373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05A3A0CE-BE0C-5D7D-7805-7F02D720BA3A}"/>
              </a:ext>
            </a:extLst>
          </p:cNvPr>
          <p:cNvCxnSpPr>
            <a:cxnSpLocks/>
          </p:cNvCxnSpPr>
          <p:nvPr/>
        </p:nvCxnSpPr>
        <p:spPr>
          <a:xfrm flipH="1" flipV="1">
            <a:off x="4167543" y="1533098"/>
            <a:ext cx="9855" cy="60000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B8A1B4A7-274A-1C9C-309C-C8F7F04702D1}"/>
              </a:ext>
            </a:extLst>
          </p:cNvPr>
          <p:cNvCxnSpPr>
            <a:cxnSpLocks/>
          </p:cNvCxnSpPr>
          <p:nvPr/>
        </p:nvCxnSpPr>
        <p:spPr>
          <a:xfrm flipV="1">
            <a:off x="4986624" y="1553627"/>
            <a:ext cx="0" cy="61993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1DA398AC-8EC8-7409-1C7F-EA524D42C8A3}"/>
              </a:ext>
            </a:extLst>
          </p:cNvPr>
          <p:cNvCxnSpPr>
            <a:cxnSpLocks/>
          </p:cNvCxnSpPr>
          <p:nvPr/>
        </p:nvCxnSpPr>
        <p:spPr>
          <a:xfrm flipV="1">
            <a:off x="4355041" y="1534836"/>
            <a:ext cx="0" cy="57599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610562FF-AA52-7222-5B2B-D1D66B8A70F3}"/>
              </a:ext>
            </a:extLst>
          </p:cNvPr>
          <p:cNvCxnSpPr>
            <a:cxnSpLocks/>
          </p:cNvCxnSpPr>
          <p:nvPr/>
        </p:nvCxnSpPr>
        <p:spPr>
          <a:xfrm>
            <a:off x="3490672" y="2661972"/>
            <a:ext cx="0" cy="5282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412C898A-C545-C2C6-D5A9-67309CFF0641}"/>
              </a:ext>
            </a:extLst>
          </p:cNvPr>
          <p:cNvCxnSpPr>
            <a:cxnSpLocks/>
          </p:cNvCxnSpPr>
          <p:nvPr/>
        </p:nvCxnSpPr>
        <p:spPr>
          <a:xfrm>
            <a:off x="4530852" y="4503420"/>
            <a:ext cx="7981" cy="1222946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3847D53C-ADCA-0CD1-86F7-B1D22A7EF606}"/>
              </a:ext>
            </a:extLst>
          </p:cNvPr>
          <p:cNvCxnSpPr>
            <a:cxnSpLocks/>
          </p:cNvCxnSpPr>
          <p:nvPr/>
        </p:nvCxnSpPr>
        <p:spPr>
          <a:xfrm flipH="1">
            <a:off x="4532811" y="3119284"/>
            <a:ext cx="6005" cy="11849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EB2159CF-C381-F711-C910-6EB981669E06}"/>
              </a:ext>
            </a:extLst>
          </p:cNvPr>
          <p:cNvCxnSpPr>
            <a:cxnSpLocks/>
          </p:cNvCxnSpPr>
          <p:nvPr/>
        </p:nvCxnSpPr>
        <p:spPr>
          <a:xfrm flipH="1" flipV="1">
            <a:off x="4861294" y="2382337"/>
            <a:ext cx="38180" cy="18774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CFC6E32F-2BD2-DBC8-95E6-CD0ACE8BB408}"/>
              </a:ext>
            </a:extLst>
          </p:cNvPr>
          <p:cNvCxnSpPr>
            <a:cxnSpLocks/>
          </p:cNvCxnSpPr>
          <p:nvPr/>
        </p:nvCxnSpPr>
        <p:spPr>
          <a:xfrm flipV="1">
            <a:off x="4855735" y="1537519"/>
            <a:ext cx="0" cy="7172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Arrow Connector 276">
            <a:extLst>
              <a:ext uri="{FF2B5EF4-FFF2-40B4-BE49-F238E27FC236}">
                <a16:creationId xmlns:a16="http://schemas.microsoft.com/office/drawing/2014/main" id="{880792A6-9BF2-9DE3-C4AC-D364BAB7DB55}"/>
              </a:ext>
            </a:extLst>
          </p:cNvPr>
          <p:cNvCxnSpPr>
            <a:cxnSpLocks/>
          </p:cNvCxnSpPr>
          <p:nvPr/>
        </p:nvCxnSpPr>
        <p:spPr>
          <a:xfrm flipV="1">
            <a:off x="4685917" y="1542533"/>
            <a:ext cx="0" cy="720607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755DA49-2B6F-382F-BE3B-E7357C84D6EA}"/>
              </a:ext>
            </a:extLst>
          </p:cNvPr>
          <p:cNvCxnSpPr>
            <a:cxnSpLocks/>
          </p:cNvCxnSpPr>
          <p:nvPr/>
        </p:nvCxnSpPr>
        <p:spPr>
          <a:xfrm flipH="1">
            <a:off x="4537166" y="5797296"/>
            <a:ext cx="10450" cy="9257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Rectangle 330">
            <a:extLst>
              <a:ext uri="{FF2B5EF4-FFF2-40B4-BE49-F238E27FC236}">
                <a16:creationId xmlns:a16="http://schemas.microsoft.com/office/drawing/2014/main" id="{3C71208A-415F-BFAE-A566-4F6AE51B801D}"/>
              </a:ext>
            </a:extLst>
          </p:cNvPr>
          <p:cNvSpPr/>
          <p:nvPr/>
        </p:nvSpPr>
        <p:spPr>
          <a:xfrm rot="16200000">
            <a:off x="3107823" y="7763783"/>
            <a:ext cx="183446" cy="101879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E1084C70-4AC3-54CB-81D4-D429E029B32E}"/>
              </a:ext>
            </a:extLst>
          </p:cNvPr>
          <p:cNvSpPr/>
          <p:nvPr/>
        </p:nvSpPr>
        <p:spPr>
          <a:xfrm>
            <a:off x="2665250" y="8355065"/>
            <a:ext cx="1043692" cy="328294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54EB5A63-F6D5-1A55-5B80-FCE361F266CA}"/>
              </a:ext>
            </a:extLst>
          </p:cNvPr>
          <p:cNvSpPr txBox="1"/>
          <p:nvPr/>
        </p:nvSpPr>
        <p:spPr>
          <a:xfrm>
            <a:off x="2615525" y="8400623"/>
            <a:ext cx="10775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Private Messages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CF2200F4-859B-43F5-9E90-1276BD261827}"/>
              </a:ext>
            </a:extLst>
          </p:cNvPr>
          <p:cNvSpPr/>
          <p:nvPr/>
        </p:nvSpPr>
        <p:spPr>
          <a:xfrm>
            <a:off x="3960760" y="8157036"/>
            <a:ext cx="1223608" cy="608834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ADD6C040-70A5-8EF8-C8F1-80F863E206B7}"/>
              </a:ext>
            </a:extLst>
          </p:cNvPr>
          <p:cNvSpPr txBox="1"/>
          <p:nvPr/>
        </p:nvSpPr>
        <p:spPr>
          <a:xfrm>
            <a:off x="3912678" y="8285373"/>
            <a:ext cx="98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Private User Vault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37292B33-8F02-ECA4-BA69-49AD1D31D531}"/>
              </a:ext>
            </a:extLst>
          </p:cNvPr>
          <p:cNvSpPr/>
          <p:nvPr/>
        </p:nvSpPr>
        <p:spPr>
          <a:xfrm rot="16200000">
            <a:off x="3207324" y="7367336"/>
            <a:ext cx="87227" cy="909973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5BE837B8-1D71-F78E-A3B2-B5ED5C3F68CB}"/>
              </a:ext>
            </a:extLst>
          </p:cNvPr>
          <p:cNvSpPr/>
          <p:nvPr/>
        </p:nvSpPr>
        <p:spPr>
          <a:xfrm>
            <a:off x="2795953" y="7224369"/>
            <a:ext cx="88340" cy="641567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D60BBB75-32B1-0402-59B5-68C9E15D9C7E}"/>
              </a:ext>
            </a:extLst>
          </p:cNvPr>
          <p:cNvSpPr/>
          <p:nvPr/>
        </p:nvSpPr>
        <p:spPr>
          <a:xfrm rot="16200000" flipH="1" flipV="1">
            <a:off x="2412022" y="7450793"/>
            <a:ext cx="668367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95270D25-7183-5C55-089B-4A3F0C19162C}"/>
              </a:ext>
            </a:extLst>
          </p:cNvPr>
          <p:cNvSpPr/>
          <p:nvPr/>
        </p:nvSpPr>
        <p:spPr>
          <a:xfrm rot="16200000" flipH="1" flipV="1">
            <a:off x="4802808" y="8381050"/>
            <a:ext cx="605789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43A4C4FF-1F44-8F66-B6A8-AA263ED9DC3A}"/>
              </a:ext>
            </a:extLst>
          </p:cNvPr>
          <p:cNvSpPr/>
          <p:nvPr/>
        </p:nvSpPr>
        <p:spPr>
          <a:xfrm>
            <a:off x="4906083" y="8167154"/>
            <a:ext cx="111457" cy="570768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D8BDACF4-683D-4964-B90B-3333989BA2EF}"/>
              </a:ext>
            </a:extLst>
          </p:cNvPr>
          <p:cNvSpPr/>
          <p:nvPr/>
        </p:nvSpPr>
        <p:spPr>
          <a:xfrm>
            <a:off x="6791588" y="9374014"/>
            <a:ext cx="138962" cy="6245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6BA00543-EE52-F802-320A-DE9319868EBB}"/>
              </a:ext>
            </a:extLst>
          </p:cNvPr>
          <p:cNvSpPr/>
          <p:nvPr/>
        </p:nvSpPr>
        <p:spPr>
          <a:xfrm rot="16200000" flipH="1" flipV="1">
            <a:off x="6398344" y="9605337"/>
            <a:ext cx="624564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4B277DB8-A271-7FB2-701E-67F274A28632}"/>
              </a:ext>
            </a:extLst>
          </p:cNvPr>
          <p:cNvSpPr/>
          <p:nvPr/>
        </p:nvSpPr>
        <p:spPr>
          <a:xfrm>
            <a:off x="6511009" y="9374012"/>
            <a:ext cx="111457" cy="62456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175DC9A2-852D-EA73-FB0F-96572E1C5679}"/>
              </a:ext>
            </a:extLst>
          </p:cNvPr>
          <p:cNvSpPr/>
          <p:nvPr/>
        </p:nvSpPr>
        <p:spPr>
          <a:xfrm>
            <a:off x="2075285" y="5555447"/>
            <a:ext cx="1561510" cy="452137"/>
          </a:xfrm>
          <a:prstGeom prst="rect">
            <a:avLst/>
          </a:prstGeom>
          <a:solidFill>
            <a:srgbClr val="FFE2A7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FADDD0EA-19D7-52E8-0FE6-F3DE21C4CD74}"/>
              </a:ext>
            </a:extLst>
          </p:cNvPr>
          <p:cNvSpPr/>
          <p:nvPr/>
        </p:nvSpPr>
        <p:spPr>
          <a:xfrm rot="16200000">
            <a:off x="3280629" y="5651417"/>
            <a:ext cx="537300" cy="175032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0DE6D785-6C52-A946-3723-E4B1758D720A}"/>
              </a:ext>
            </a:extLst>
          </p:cNvPr>
          <p:cNvSpPr/>
          <p:nvPr/>
        </p:nvSpPr>
        <p:spPr>
          <a:xfrm>
            <a:off x="2075284" y="5256589"/>
            <a:ext cx="1561510" cy="394472"/>
          </a:xfrm>
          <a:prstGeom prst="rect">
            <a:avLst/>
          </a:prstGeom>
          <a:solidFill>
            <a:srgbClr val="FFE2A7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1EBF12CA-0A4A-DE94-50AB-048E2B56C9DC}"/>
              </a:ext>
            </a:extLst>
          </p:cNvPr>
          <p:cNvSpPr txBox="1"/>
          <p:nvPr/>
        </p:nvSpPr>
        <p:spPr>
          <a:xfrm>
            <a:off x="1904608" y="5305620"/>
            <a:ext cx="157590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Online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3DECE632-664B-2D9D-0738-FC43E4268C35}"/>
              </a:ext>
            </a:extLst>
          </p:cNvPr>
          <p:cNvSpPr txBox="1"/>
          <p:nvPr/>
        </p:nvSpPr>
        <p:spPr>
          <a:xfrm>
            <a:off x="1922603" y="5686709"/>
            <a:ext cx="1575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Logged In</a:t>
            </a: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C820BAC8-AE12-78EB-4100-4956C0723973}"/>
              </a:ext>
            </a:extLst>
          </p:cNvPr>
          <p:cNvSpPr/>
          <p:nvPr/>
        </p:nvSpPr>
        <p:spPr>
          <a:xfrm rot="16200000" flipH="1" flipV="1">
            <a:off x="3353684" y="5367953"/>
            <a:ext cx="391187" cy="175034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25738F3E-1AA1-1D1B-DD9A-A88C2D8223C9}"/>
              </a:ext>
            </a:extLst>
          </p:cNvPr>
          <p:cNvSpPr/>
          <p:nvPr/>
        </p:nvSpPr>
        <p:spPr>
          <a:xfrm>
            <a:off x="1999508" y="4193084"/>
            <a:ext cx="1695731" cy="933646"/>
          </a:xfrm>
          <a:prstGeom prst="rect">
            <a:avLst/>
          </a:prstGeom>
          <a:solidFill>
            <a:srgbClr val="FFFFC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652CF8D2-A1CE-03FD-271E-ECF7B4DAB3F4}"/>
              </a:ext>
            </a:extLst>
          </p:cNvPr>
          <p:cNvSpPr/>
          <p:nvPr/>
        </p:nvSpPr>
        <p:spPr>
          <a:xfrm>
            <a:off x="1999508" y="4509997"/>
            <a:ext cx="1688715" cy="616732"/>
          </a:xfrm>
          <a:prstGeom prst="rect">
            <a:avLst/>
          </a:prstGeom>
          <a:solidFill>
            <a:srgbClr val="FFFF99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603AE0E9-B113-0844-7832-61CAC3032A79}"/>
              </a:ext>
            </a:extLst>
          </p:cNvPr>
          <p:cNvSpPr/>
          <p:nvPr/>
        </p:nvSpPr>
        <p:spPr>
          <a:xfrm>
            <a:off x="3512963" y="4212877"/>
            <a:ext cx="179885" cy="914390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54881680-38ED-10BA-3C24-E44BC16D717F}"/>
              </a:ext>
            </a:extLst>
          </p:cNvPr>
          <p:cNvSpPr/>
          <p:nvPr/>
        </p:nvSpPr>
        <p:spPr>
          <a:xfrm>
            <a:off x="3513907" y="4206852"/>
            <a:ext cx="178941" cy="30669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5E1D6EBD-3D2F-6866-A7F9-6A273991EDFD}"/>
              </a:ext>
            </a:extLst>
          </p:cNvPr>
          <p:cNvSpPr/>
          <p:nvPr/>
        </p:nvSpPr>
        <p:spPr>
          <a:xfrm>
            <a:off x="3327306" y="4213881"/>
            <a:ext cx="168668" cy="917403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BCA15050-E422-32D9-BA28-629FB4CF18CB}"/>
              </a:ext>
            </a:extLst>
          </p:cNvPr>
          <p:cNvSpPr txBox="1"/>
          <p:nvPr/>
        </p:nvSpPr>
        <p:spPr>
          <a:xfrm>
            <a:off x="1883755" y="4233713"/>
            <a:ext cx="1497744" cy="25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P&amp;F RoR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CA93A5C-6A5C-3583-A2CA-C677FC16BDF0}"/>
              </a:ext>
            </a:extLst>
          </p:cNvPr>
          <p:cNvSpPr txBox="1"/>
          <p:nvPr/>
        </p:nvSpPr>
        <p:spPr>
          <a:xfrm>
            <a:off x="1989293" y="4602173"/>
            <a:ext cx="113518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Preferences &amp; Flags</a:t>
            </a:r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0D9565A2-EC74-4A6C-4979-AE5FBECE1DCC}"/>
              </a:ext>
            </a:extLst>
          </p:cNvPr>
          <p:cNvCxnSpPr>
            <a:cxnSpLocks/>
          </p:cNvCxnSpPr>
          <p:nvPr/>
        </p:nvCxnSpPr>
        <p:spPr>
          <a:xfrm flipV="1">
            <a:off x="3219888" y="5704132"/>
            <a:ext cx="1041597" cy="11992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Rectangle 419">
            <a:extLst>
              <a:ext uri="{FF2B5EF4-FFF2-40B4-BE49-F238E27FC236}">
                <a16:creationId xmlns:a16="http://schemas.microsoft.com/office/drawing/2014/main" id="{971F2833-7926-BC67-659C-AD4CD80D01D7}"/>
              </a:ext>
            </a:extLst>
          </p:cNvPr>
          <p:cNvSpPr/>
          <p:nvPr/>
        </p:nvSpPr>
        <p:spPr>
          <a:xfrm rot="5400000">
            <a:off x="4432067" y="4885943"/>
            <a:ext cx="1634958" cy="249243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CE188452-6242-64EB-875F-BE35C676F594}"/>
              </a:ext>
            </a:extLst>
          </p:cNvPr>
          <p:cNvSpPr txBox="1"/>
          <p:nvPr/>
        </p:nvSpPr>
        <p:spPr>
          <a:xfrm rot="5400000">
            <a:off x="4717751" y="4887922"/>
            <a:ext cx="1065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Encryption Level 2.5</a:t>
            </a:r>
          </a:p>
        </p:txBody>
      </p:sp>
      <p:cxnSp>
        <p:nvCxnSpPr>
          <p:cNvPr id="356" name="Straight Arrow Connector 355">
            <a:extLst>
              <a:ext uri="{FF2B5EF4-FFF2-40B4-BE49-F238E27FC236}">
                <a16:creationId xmlns:a16="http://schemas.microsoft.com/office/drawing/2014/main" id="{70538728-49C2-8A53-8AEE-F5CCB3BDB642}"/>
              </a:ext>
            </a:extLst>
          </p:cNvPr>
          <p:cNvCxnSpPr>
            <a:cxnSpLocks/>
          </p:cNvCxnSpPr>
          <p:nvPr/>
        </p:nvCxnSpPr>
        <p:spPr>
          <a:xfrm flipH="1" flipV="1">
            <a:off x="4695625" y="2398594"/>
            <a:ext cx="42579" cy="193754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Rectangle 457">
            <a:extLst>
              <a:ext uri="{FF2B5EF4-FFF2-40B4-BE49-F238E27FC236}">
                <a16:creationId xmlns:a16="http://schemas.microsoft.com/office/drawing/2014/main" id="{05C32C5E-D663-801E-B6E9-6226DF4031C8}"/>
              </a:ext>
            </a:extLst>
          </p:cNvPr>
          <p:cNvSpPr/>
          <p:nvPr/>
        </p:nvSpPr>
        <p:spPr>
          <a:xfrm>
            <a:off x="3193465" y="2384328"/>
            <a:ext cx="186277" cy="33848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CEDCECCB-C200-91D6-3350-30EF08B57229}"/>
              </a:ext>
            </a:extLst>
          </p:cNvPr>
          <p:cNvSpPr/>
          <p:nvPr/>
        </p:nvSpPr>
        <p:spPr>
          <a:xfrm>
            <a:off x="5548052" y="2416116"/>
            <a:ext cx="286368" cy="101241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863ABF8E-4E62-42F6-2A79-091458E7EBD3}"/>
              </a:ext>
            </a:extLst>
          </p:cNvPr>
          <p:cNvSpPr/>
          <p:nvPr/>
        </p:nvSpPr>
        <p:spPr>
          <a:xfrm>
            <a:off x="7256244" y="2413170"/>
            <a:ext cx="287796" cy="1005633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1791C216-9FC3-068F-2CFC-3D11B2B75C8D}"/>
              </a:ext>
            </a:extLst>
          </p:cNvPr>
          <p:cNvSpPr/>
          <p:nvPr/>
        </p:nvSpPr>
        <p:spPr>
          <a:xfrm>
            <a:off x="5377350" y="4564816"/>
            <a:ext cx="277979" cy="126045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9366F6F8-1CA0-7BAC-20BE-F179316D11CD}"/>
              </a:ext>
            </a:extLst>
          </p:cNvPr>
          <p:cNvCxnSpPr>
            <a:cxnSpLocks/>
          </p:cNvCxnSpPr>
          <p:nvPr/>
        </p:nvCxnSpPr>
        <p:spPr>
          <a:xfrm flipV="1">
            <a:off x="4983586" y="5544471"/>
            <a:ext cx="516790" cy="9155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Rectangle 468">
            <a:extLst>
              <a:ext uri="{FF2B5EF4-FFF2-40B4-BE49-F238E27FC236}">
                <a16:creationId xmlns:a16="http://schemas.microsoft.com/office/drawing/2014/main" id="{491ADFC9-327B-3896-7046-C117F77D06E6}"/>
              </a:ext>
            </a:extLst>
          </p:cNvPr>
          <p:cNvSpPr/>
          <p:nvPr/>
        </p:nvSpPr>
        <p:spPr>
          <a:xfrm>
            <a:off x="5378351" y="4564817"/>
            <a:ext cx="275689" cy="294378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25754DBF-0C6F-FC46-3389-0917D2890867}"/>
              </a:ext>
            </a:extLst>
          </p:cNvPr>
          <p:cNvCxnSpPr>
            <a:cxnSpLocks/>
          </p:cNvCxnSpPr>
          <p:nvPr/>
        </p:nvCxnSpPr>
        <p:spPr>
          <a:xfrm flipH="1" flipV="1">
            <a:off x="5555197" y="4712842"/>
            <a:ext cx="120" cy="299213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E75A3089-FD44-C5BD-D66D-9CC763F557C8}"/>
              </a:ext>
            </a:extLst>
          </p:cNvPr>
          <p:cNvCxnSpPr>
            <a:cxnSpLocks/>
          </p:cNvCxnSpPr>
          <p:nvPr/>
        </p:nvCxnSpPr>
        <p:spPr>
          <a:xfrm flipH="1" flipV="1">
            <a:off x="4938704" y="4291211"/>
            <a:ext cx="577679" cy="3801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Rectangle 471">
            <a:extLst>
              <a:ext uri="{FF2B5EF4-FFF2-40B4-BE49-F238E27FC236}">
                <a16:creationId xmlns:a16="http://schemas.microsoft.com/office/drawing/2014/main" id="{3BF56024-0E18-9624-5420-3E563051ECE2}"/>
              </a:ext>
            </a:extLst>
          </p:cNvPr>
          <p:cNvSpPr/>
          <p:nvPr/>
        </p:nvSpPr>
        <p:spPr>
          <a:xfrm>
            <a:off x="3101432" y="4193084"/>
            <a:ext cx="200623" cy="933602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3" name="Straight Arrow Connector 272">
            <a:extLst>
              <a:ext uri="{FF2B5EF4-FFF2-40B4-BE49-F238E27FC236}">
                <a16:creationId xmlns:a16="http://schemas.microsoft.com/office/drawing/2014/main" id="{5ED00D2B-02DE-4188-8580-CD6A835073F4}"/>
              </a:ext>
            </a:extLst>
          </p:cNvPr>
          <p:cNvCxnSpPr>
            <a:cxnSpLocks/>
          </p:cNvCxnSpPr>
          <p:nvPr/>
        </p:nvCxnSpPr>
        <p:spPr>
          <a:xfrm flipV="1">
            <a:off x="3193466" y="4478611"/>
            <a:ext cx="1520190" cy="50486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96377332-A293-87D1-E15D-8C4BAC9FB6CF}"/>
              </a:ext>
            </a:extLst>
          </p:cNvPr>
          <p:cNvCxnSpPr>
            <a:cxnSpLocks/>
          </p:cNvCxnSpPr>
          <p:nvPr/>
        </p:nvCxnSpPr>
        <p:spPr>
          <a:xfrm flipH="1" flipV="1">
            <a:off x="3185565" y="4674499"/>
            <a:ext cx="990195" cy="41566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Arrow Connector 303">
            <a:extLst>
              <a:ext uri="{FF2B5EF4-FFF2-40B4-BE49-F238E27FC236}">
                <a16:creationId xmlns:a16="http://schemas.microsoft.com/office/drawing/2014/main" id="{F05D962F-A69D-AF8E-62B2-F969922E2BE8}"/>
              </a:ext>
            </a:extLst>
          </p:cNvPr>
          <p:cNvCxnSpPr>
            <a:cxnSpLocks/>
            <a:stCxn id="454" idx="3"/>
          </p:cNvCxnSpPr>
          <p:nvPr/>
        </p:nvCxnSpPr>
        <p:spPr>
          <a:xfrm>
            <a:off x="3022254" y="4851322"/>
            <a:ext cx="1142165" cy="29980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traight Arrow Connector 269">
            <a:extLst>
              <a:ext uri="{FF2B5EF4-FFF2-40B4-BE49-F238E27FC236}">
                <a16:creationId xmlns:a16="http://schemas.microsoft.com/office/drawing/2014/main" id="{DCBD6BD1-2D0B-A4A4-C116-84BC38E9AF53}"/>
              </a:ext>
            </a:extLst>
          </p:cNvPr>
          <p:cNvCxnSpPr>
            <a:cxnSpLocks/>
          </p:cNvCxnSpPr>
          <p:nvPr/>
        </p:nvCxnSpPr>
        <p:spPr>
          <a:xfrm flipH="1" flipV="1">
            <a:off x="3193466" y="5010912"/>
            <a:ext cx="1060179" cy="64717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9" name="Rectangle 478">
            <a:extLst>
              <a:ext uri="{FF2B5EF4-FFF2-40B4-BE49-F238E27FC236}">
                <a16:creationId xmlns:a16="http://schemas.microsoft.com/office/drawing/2014/main" id="{2E04CC5E-8E82-0B8A-5D3A-6BB15ED93F19}"/>
              </a:ext>
            </a:extLst>
          </p:cNvPr>
          <p:cNvSpPr/>
          <p:nvPr/>
        </p:nvSpPr>
        <p:spPr>
          <a:xfrm>
            <a:off x="3098696" y="4198026"/>
            <a:ext cx="204575" cy="31110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171188A6-EC47-9822-24A9-3AABD1A4E318}"/>
              </a:ext>
            </a:extLst>
          </p:cNvPr>
          <p:cNvCxnSpPr>
            <a:cxnSpLocks/>
          </p:cNvCxnSpPr>
          <p:nvPr/>
        </p:nvCxnSpPr>
        <p:spPr>
          <a:xfrm flipV="1">
            <a:off x="3187095" y="4364304"/>
            <a:ext cx="6562" cy="255883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Arrow Connector 233">
            <a:extLst>
              <a:ext uri="{FF2B5EF4-FFF2-40B4-BE49-F238E27FC236}">
                <a16:creationId xmlns:a16="http://schemas.microsoft.com/office/drawing/2014/main" id="{03A0FBC9-FD8A-77B9-D906-2EF42368B12F}"/>
              </a:ext>
            </a:extLst>
          </p:cNvPr>
          <p:cNvCxnSpPr>
            <a:cxnSpLocks/>
          </p:cNvCxnSpPr>
          <p:nvPr/>
        </p:nvCxnSpPr>
        <p:spPr>
          <a:xfrm flipV="1">
            <a:off x="3209841" y="4269658"/>
            <a:ext cx="1661701" cy="272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Rectangle 479">
            <a:extLst>
              <a:ext uri="{FF2B5EF4-FFF2-40B4-BE49-F238E27FC236}">
                <a16:creationId xmlns:a16="http://schemas.microsoft.com/office/drawing/2014/main" id="{54BF82F2-C377-C376-9567-BAA239A0451B}"/>
              </a:ext>
            </a:extLst>
          </p:cNvPr>
          <p:cNvSpPr/>
          <p:nvPr/>
        </p:nvSpPr>
        <p:spPr>
          <a:xfrm>
            <a:off x="3253620" y="5259633"/>
            <a:ext cx="204575" cy="74873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4" name="Straight Arrow Connector 243">
            <a:extLst>
              <a:ext uri="{FF2B5EF4-FFF2-40B4-BE49-F238E27FC236}">
                <a16:creationId xmlns:a16="http://schemas.microsoft.com/office/drawing/2014/main" id="{D7AD5967-46E4-408E-91BB-79BE7A82E798}"/>
              </a:ext>
            </a:extLst>
          </p:cNvPr>
          <p:cNvCxnSpPr>
            <a:cxnSpLocks/>
          </p:cNvCxnSpPr>
          <p:nvPr/>
        </p:nvCxnSpPr>
        <p:spPr>
          <a:xfrm flipH="1">
            <a:off x="3038267" y="4866615"/>
            <a:ext cx="1325696" cy="644948"/>
          </a:xfrm>
          <a:prstGeom prst="straightConnector1">
            <a:avLst/>
          </a:prstGeom>
          <a:ln>
            <a:solidFill>
              <a:srgbClr val="004D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7F016B0C-BDA2-73D9-01EC-DCCFD4C4CBFB}"/>
              </a:ext>
            </a:extLst>
          </p:cNvPr>
          <p:cNvCxnSpPr>
            <a:cxnSpLocks/>
          </p:cNvCxnSpPr>
          <p:nvPr/>
        </p:nvCxnSpPr>
        <p:spPr>
          <a:xfrm flipV="1">
            <a:off x="3090224" y="4799846"/>
            <a:ext cx="1246352" cy="60080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Arrow Connector 278">
            <a:extLst>
              <a:ext uri="{FF2B5EF4-FFF2-40B4-BE49-F238E27FC236}">
                <a16:creationId xmlns:a16="http://schemas.microsoft.com/office/drawing/2014/main" id="{984A433C-ED12-F341-5A1F-D50B75D41C54}"/>
              </a:ext>
            </a:extLst>
          </p:cNvPr>
          <p:cNvCxnSpPr>
            <a:cxnSpLocks/>
          </p:cNvCxnSpPr>
          <p:nvPr/>
        </p:nvCxnSpPr>
        <p:spPr>
          <a:xfrm flipH="1">
            <a:off x="3015145" y="4832479"/>
            <a:ext cx="1265390" cy="60569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Arrow Connector 304">
            <a:extLst>
              <a:ext uri="{FF2B5EF4-FFF2-40B4-BE49-F238E27FC236}">
                <a16:creationId xmlns:a16="http://schemas.microsoft.com/office/drawing/2014/main" id="{D3E87EB7-3C2B-58CA-E8FE-C0B99D327D5B}"/>
              </a:ext>
            </a:extLst>
          </p:cNvPr>
          <p:cNvCxnSpPr>
            <a:cxnSpLocks/>
          </p:cNvCxnSpPr>
          <p:nvPr/>
        </p:nvCxnSpPr>
        <p:spPr>
          <a:xfrm flipH="1" flipV="1">
            <a:off x="2957858" y="4835765"/>
            <a:ext cx="1173618" cy="30431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Isosceles Triangle 453">
            <a:extLst>
              <a:ext uri="{FF2B5EF4-FFF2-40B4-BE49-F238E27FC236}">
                <a16:creationId xmlns:a16="http://schemas.microsoft.com/office/drawing/2014/main" id="{7160A004-C0FB-7D40-4398-712059E194B0}"/>
              </a:ext>
            </a:extLst>
          </p:cNvPr>
          <p:cNvSpPr/>
          <p:nvPr/>
        </p:nvSpPr>
        <p:spPr>
          <a:xfrm rot="17111643">
            <a:off x="2977334" y="4822472"/>
            <a:ext cx="45719" cy="45719"/>
          </a:xfrm>
          <a:prstGeom prst="triangle">
            <a:avLst/>
          </a:prstGeom>
          <a:solidFill>
            <a:srgbClr val="004DE6"/>
          </a:solidFill>
          <a:ln>
            <a:solidFill>
              <a:srgbClr val="004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47A4A8FC-B3D5-5651-1D05-8EDCAC3E922C}"/>
              </a:ext>
            </a:extLst>
          </p:cNvPr>
          <p:cNvSpPr/>
          <p:nvPr/>
        </p:nvSpPr>
        <p:spPr>
          <a:xfrm>
            <a:off x="3253741" y="5650229"/>
            <a:ext cx="205740" cy="35814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FB9C25E8-12B7-8231-7141-647ED51A9032}"/>
              </a:ext>
            </a:extLst>
          </p:cNvPr>
          <p:cNvCxnSpPr>
            <a:cxnSpLocks/>
          </p:cNvCxnSpPr>
          <p:nvPr/>
        </p:nvCxnSpPr>
        <p:spPr>
          <a:xfrm flipH="1">
            <a:off x="3164987" y="5711860"/>
            <a:ext cx="1057528" cy="11656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557BC88-3E47-0766-1CA1-31C4A973D6F2}"/>
              </a:ext>
            </a:extLst>
          </p:cNvPr>
          <p:cNvCxnSpPr>
            <a:cxnSpLocks/>
          </p:cNvCxnSpPr>
          <p:nvPr/>
        </p:nvCxnSpPr>
        <p:spPr>
          <a:xfrm>
            <a:off x="5679050" y="2719531"/>
            <a:ext cx="0" cy="47979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8403E913-5939-844C-4FC0-5EDBE19584DA}"/>
              </a:ext>
            </a:extLst>
          </p:cNvPr>
          <p:cNvCxnSpPr>
            <a:cxnSpLocks/>
          </p:cNvCxnSpPr>
          <p:nvPr/>
        </p:nvCxnSpPr>
        <p:spPr>
          <a:xfrm flipV="1">
            <a:off x="5058697" y="2715195"/>
            <a:ext cx="599640" cy="39066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BD389B91-2B01-1F93-7B5D-E09AE065D032}"/>
              </a:ext>
            </a:extLst>
          </p:cNvPr>
          <p:cNvCxnSpPr>
            <a:cxnSpLocks/>
          </p:cNvCxnSpPr>
          <p:nvPr/>
        </p:nvCxnSpPr>
        <p:spPr>
          <a:xfrm flipH="1" flipV="1">
            <a:off x="3267704" y="2548252"/>
            <a:ext cx="202198" cy="55699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F6A25411-58EB-909B-2677-DE097097FE60}"/>
              </a:ext>
            </a:extLst>
          </p:cNvPr>
          <p:cNvCxnSpPr>
            <a:cxnSpLocks/>
          </p:cNvCxnSpPr>
          <p:nvPr/>
        </p:nvCxnSpPr>
        <p:spPr>
          <a:xfrm flipV="1">
            <a:off x="3277829" y="2153342"/>
            <a:ext cx="1035538" cy="82951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Straight Arrow Connector 528">
            <a:extLst>
              <a:ext uri="{FF2B5EF4-FFF2-40B4-BE49-F238E27FC236}">
                <a16:creationId xmlns:a16="http://schemas.microsoft.com/office/drawing/2014/main" id="{547E06B9-69A9-A8A8-90E3-CCF5635DAD47}"/>
              </a:ext>
            </a:extLst>
          </p:cNvPr>
          <p:cNvCxnSpPr>
            <a:cxnSpLocks/>
          </p:cNvCxnSpPr>
          <p:nvPr/>
        </p:nvCxnSpPr>
        <p:spPr>
          <a:xfrm flipV="1">
            <a:off x="5738974" y="2558715"/>
            <a:ext cx="0" cy="62886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Straight Arrow Connector 537">
            <a:extLst>
              <a:ext uri="{FF2B5EF4-FFF2-40B4-BE49-F238E27FC236}">
                <a16:creationId xmlns:a16="http://schemas.microsoft.com/office/drawing/2014/main" id="{7B85D9ED-8FB0-D6C7-66B9-58C9060DB31D}"/>
              </a:ext>
            </a:extLst>
          </p:cNvPr>
          <p:cNvCxnSpPr>
            <a:cxnSpLocks/>
          </p:cNvCxnSpPr>
          <p:nvPr/>
        </p:nvCxnSpPr>
        <p:spPr>
          <a:xfrm flipH="1" flipV="1">
            <a:off x="4984955" y="2186448"/>
            <a:ext cx="726358" cy="365814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7" name="Rectangle 546">
            <a:extLst>
              <a:ext uri="{FF2B5EF4-FFF2-40B4-BE49-F238E27FC236}">
                <a16:creationId xmlns:a16="http://schemas.microsoft.com/office/drawing/2014/main" id="{D12EE9FD-C439-7B3E-F801-55578F8E9571}"/>
              </a:ext>
            </a:extLst>
          </p:cNvPr>
          <p:cNvSpPr/>
          <p:nvPr/>
        </p:nvSpPr>
        <p:spPr>
          <a:xfrm>
            <a:off x="5426182" y="7153393"/>
            <a:ext cx="277979" cy="139563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E8A9D5BC-19F2-D928-1F44-73630A4D74D6}"/>
              </a:ext>
            </a:extLst>
          </p:cNvPr>
          <p:cNvSpPr/>
          <p:nvPr/>
        </p:nvSpPr>
        <p:spPr>
          <a:xfrm>
            <a:off x="5418945" y="7157056"/>
            <a:ext cx="285216" cy="30002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BA01F48F-6CE1-0334-EDCE-8887BA0022BF}"/>
              </a:ext>
            </a:extLst>
          </p:cNvPr>
          <p:cNvCxnSpPr>
            <a:cxnSpLocks/>
          </p:cNvCxnSpPr>
          <p:nvPr/>
        </p:nvCxnSpPr>
        <p:spPr>
          <a:xfrm flipV="1">
            <a:off x="5555317" y="7297533"/>
            <a:ext cx="0" cy="34967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A23955A6-09A9-0E67-3DB1-6468F87631E4}"/>
              </a:ext>
            </a:extLst>
          </p:cNvPr>
          <p:cNvCxnSpPr>
            <a:cxnSpLocks/>
          </p:cNvCxnSpPr>
          <p:nvPr/>
        </p:nvCxnSpPr>
        <p:spPr>
          <a:xfrm>
            <a:off x="4602354" y="6924398"/>
            <a:ext cx="935471" cy="76642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DD071178-4A10-117F-F67F-2048C2466191}"/>
              </a:ext>
            </a:extLst>
          </p:cNvPr>
          <p:cNvCxnSpPr>
            <a:cxnSpLocks/>
          </p:cNvCxnSpPr>
          <p:nvPr/>
        </p:nvCxnSpPr>
        <p:spPr>
          <a:xfrm flipH="1" flipV="1">
            <a:off x="4923306" y="6727146"/>
            <a:ext cx="627446" cy="546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Rectangle 552">
            <a:extLst>
              <a:ext uri="{FF2B5EF4-FFF2-40B4-BE49-F238E27FC236}">
                <a16:creationId xmlns:a16="http://schemas.microsoft.com/office/drawing/2014/main" id="{13A1BBFD-92E9-FAD0-7612-25D79972DB4D}"/>
              </a:ext>
            </a:extLst>
          </p:cNvPr>
          <p:cNvSpPr/>
          <p:nvPr/>
        </p:nvSpPr>
        <p:spPr>
          <a:xfrm>
            <a:off x="3563942" y="6759465"/>
            <a:ext cx="145000" cy="103270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A8DE7EE2-0A64-94C8-3128-3332A9EC3313}"/>
              </a:ext>
            </a:extLst>
          </p:cNvPr>
          <p:cNvSpPr/>
          <p:nvPr/>
        </p:nvSpPr>
        <p:spPr>
          <a:xfrm>
            <a:off x="3563943" y="6763542"/>
            <a:ext cx="145818" cy="43402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E49D62AC-9007-4A5A-ADDD-19D61BB75353}"/>
              </a:ext>
            </a:extLst>
          </p:cNvPr>
          <p:cNvCxnSpPr>
            <a:cxnSpLocks/>
          </p:cNvCxnSpPr>
          <p:nvPr/>
        </p:nvCxnSpPr>
        <p:spPr>
          <a:xfrm flipV="1">
            <a:off x="3633163" y="6950958"/>
            <a:ext cx="1672" cy="438560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EADE6B94-094E-36C1-738E-DB2BE0F0C3A4}"/>
              </a:ext>
            </a:extLst>
          </p:cNvPr>
          <p:cNvCxnSpPr>
            <a:cxnSpLocks/>
          </p:cNvCxnSpPr>
          <p:nvPr/>
        </p:nvCxnSpPr>
        <p:spPr>
          <a:xfrm flipH="1">
            <a:off x="3633163" y="6931987"/>
            <a:ext cx="855365" cy="528105"/>
          </a:xfrm>
          <a:prstGeom prst="straightConnector1">
            <a:avLst/>
          </a:prstGeom>
          <a:ln>
            <a:solidFill>
              <a:srgbClr val="FFFFC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89E567B1-748B-C365-7E45-1EC6BA3B8956}"/>
              </a:ext>
            </a:extLst>
          </p:cNvPr>
          <p:cNvCxnSpPr>
            <a:cxnSpLocks/>
          </p:cNvCxnSpPr>
          <p:nvPr/>
        </p:nvCxnSpPr>
        <p:spPr>
          <a:xfrm flipV="1">
            <a:off x="3642423" y="6727646"/>
            <a:ext cx="1229384" cy="158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0" name="Rectangle 559">
            <a:extLst>
              <a:ext uri="{FF2B5EF4-FFF2-40B4-BE49-F238E27FC236}">
                <a16:creationId xmlns:a16="http://schemas.microsoft.com/office/drawing/2014/main" id="{1DFFD5CB-4875-887E-B1C5-C38558010366}"/>
              </a:ext>
            </a:extLst>
          </p:cNvPr>
          <p:cNvSpPr/>
          <p:nvPr/>
        </p:nvSpPr>
        <p:spPr>
          <a:xfrm>
            <a:off x="4753068" y="8159493"/>
            <a:ext cx="161124" cy="60392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2D739360-6318-D918-6366-3602894D57E0}"/>
              </a:ext>
            </a:extLst>
          </p:cNvPr>
          <p:cNvSpPr/>
          <p:nvPr/>
        </p:nvSpPr>
        <p:spPr>
          <a:xfrm>
            <a:off x="3597486" y="8351471"/>
            <a:ext cx="111458" cy="33220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2" name="Straight Arrow Connector 561">
            <a:extLst>
              <a:ext uri="{FF2B5EF4-FFF2-40B4-BE49-F238E27FC236}">
                <a16:creationId xmlns:a16="http://schemas.microsoft.com/office/drawing/2014/main" id="{4DC45B00-6337-72FA-075C-10EDB739F7A6}"/>
              </a:ext>
            </a:extLst>
          </p:cNvPr>
          <p:cNvCxnSpPr>
            <a:cxnSpLocks/>
          </p:cNvCxnSpPr>
          <p:nvPr/>
        </p:nvCxnSpPr>
        <p:spPr>
          <a:xfrm flipV="1">
            <a:off x="4980408" y="5308924"/>
            <a:ext cx="570534" cy="3475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562">
            <a:extLst>
              <a:ext uri="{FF2B5EF4-FFF2-40B4-BE49-F238E27FC236}">
                <a16:creationId xmlns:a16="http://schemas.microsoft.com/office/drawing/2014/main" id="{67543E8C-04B8-D99C-1515-7B0AA98F9C99}"/>
              </a:ext>
            </a:extLst>
          </p:cNvPr>
          <p:cNvCxnSpPr>
            <a:cxnSpLocks/>
          </p:cNvCxnSpPr>
          <p:nvPr/>
        </p:nvCxnSpPr>
        <p:spPr>
          <a:xfrm flipH="1">
            <a:off x="4937193" y="5313727"/>
            <a:ext cx="563183" cy="2995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Arrow Connector 236">
            <a:extLst>
              <a:ext uri="{FF2B5EF4-FFF2-40B4-BE49-F238E27FC236}">
                <a16:creationId xmlns:a16="http://schemas.microsoft.com/office/drawing/2014/main" id="{585101BA-CB83-BD30-FA7E-E9122F0132EA}"/>
              </a:ext>
            </a:extLst>
          </p:cNvPr>
          <p:cNvCxnSpPr>
            <a:cxnSpLocks/>
          </p:cNvCxnSpPr>
          <p:nvPr/>
        </p:nvCxnSpPr>
        <p:spPr>
          <a:xfrm flipV="1">
            <a:off x="5014061" y="5044397"/>
            <a:ext cx="523764" cy="38144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4C733A47-95C8-92BA-ACD4-144BF9269165}"/>
              </a:ext>
            </a:extLst>
          </p:cNvPr>
          <p:cNvCxnSpPr>
            <a:cxnSpLocks/>
          </p:cNvCxnSpPr>
          <p:nvPr/>
        </p:nvCxnSpPr>
        <p:spPr>
          <a:xfrm flipH="1" flipV="1">
            <a:off x="4780357" y="4469061"/>
            <a:ext cx="729994" cy="1046538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Arrow Connector 297">
            <a:extLst>
              <a:ext uri="{FF2B5EF4-FFF2-40B4-BE49-F238E27FC236}">
                <a16:creationId xmlns:a16="http://schemas.microsoft.com/office/drawing/2014/main" id="{48C3E979-4F51-1C74-FD0D-67346E1CCB3F}"/>
              </a:ext>
            </a:extLst>
          </p:cNvPr>
          <p:cNvCxnSpPr>
            <a:cxnSpLocks/>
          </p:cNvCxnSpPr>
          <p:nvPr/>
        </p:nvCxnSpPr>
        <p:spPr>
          <a:xfrm flipV="1">
            <a:off x="4897005" y="4304110"/>
            <a:ext cx="0" cy="2387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06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07A575-3511-B242-7C33-DBE0B10B95CB}"/>
              </a:ext>
            </a:extLst>
          </p:cNvPr>
          <p:cNvSpPr txBox="1"/>
          <p:nvPr/>
        </p:nvSpPr>
        <p:spPr>
          <a:xfrm>
            <a:off x="114300" y="161509"/>
            <a:ext cx="89154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 PAGE LOAD / ONLINE:</a:t>
            </a:r>
          </a:p>
          <a:p>
            <a:endParaRPr lang="en-US" dirty="0"/>
          </a:p>
          <a:p>
            <a:r>
              <a:rPr lang="en-US" dirty="0"/>
              <a:t>1.) If Not From Web Page = Return;</a:t>
            </a:r>
          </a:p>
          <a:p>
            <a:endParaRPr lang="en-US" dirty="0"/>
          </a:p>
          <a:p>
            <a:r>
              <a:rPr lang="en-US" dirty="0"/>
              <a:t>2.) If Online = Add IP to Online Status; If Over 3 Instances, Log First;</a:t>
            </a:r>
          </a:p>
          <a:p>
            <a:endParaRPr lang="en-US" dirty="0"/>
          </a:p>
          <a:p>
            <a:r>
              <a:rPr lang="en-US" dirty="0"/>
              <a:t>3.) If IP Account Does Not Exist = Online, Create Account, Return Message “Hello and Welcome to … ! Would you like to log in or create an account today?” (Yes: Log In, Create Account / No);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4.) If Member Account Does Not Exist = Name? Data? Preferences &amp; Flags? Return Message “Hello (Name?) and Welcome to … ! Would you like to log in or create an account today?” (Yes: Log In, Create Account, Preference Sliders / No);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5.) If Not Logged In = Preference &amp; Flag RoR, Name, Intermediate RoR, Auth-Critical. Return Message “Hello (Name), Welcome back! Would you like to log in or use your preferences today? (Yes: Log In, New Account, Preferences Slider / No);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6.) Logged In = 5. + Messages RoR</a:t>
            </a:r>
          </a:p>
        </p:txBody>
      </p:sp>
    </p:spTree>
    <p:extLst>
      <p:ext uri="{BB962C8B-B14F-4D97-AF65-F5344CB8AC3E}">
        <p14:creationId xmlns:p14="http://schemas.microsoft.com/office/powerpoint/2010/main" val="407972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E166-CD93-50DB-516D-C4A7E651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4D4E23-E2A9-026D-4719-4293565D75BB}"/>
              </a:ext>
            </a:extLst>
          </p:cNvPr>
          <p:cNvSpPr/>
          <p:nvPr/>
        </p:nvSpPr>
        <p:spPr>
          <a:xfrm>
            <a:off x="0" y="0"/>
            <a:ext cx="9144000" cy="704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F09BE7-5ACB-3747-5010-A14DC358A56B}"/>
              </a:ext>
            </a:extLst>
          </p:cNvPr>
          <p:cNvSpPr/>
          <p:nvPr/>
        </p:nvSpPr>
        <p:spPr>
          <a:xfrm>
            <a:off x="0" y="0"/>
            <a:ext cx="794479" cy="1219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D2C1A-3AF7-75E1-9E09-77BDED970864}"/>
              </a:ext>
            </a:extLst>
          </p:cNvPr>
          <p:cNvSpPr/>
          <p:nvPr/>
        </p:nvSpPr>
        <p:spPr>
          <a:xfrm>
            <a:off x="8349521" y="0"/>
            <a:ext cx="794479" cy="12192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0C4829-3BC4-1D46-4290-826D80E04B8B}"/>
              </a:ext>
            </a:extLst>
          </p:cNvPr>
          <p:cNvSpPr/>
          <p:nvPr/>
        </p:nvSpPr>
        <p:spPr>
          <a:xfrm>
            <a:off x="0" y="11487462"/>
            <a:ext cx="9144000" cy="70453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8AC4A-7FBA-9D32-A0DA-F87251E19843}"/>
              </a:ext>
            </a:extLst>
          </p:cNvPr>
          <p:cNvSpPr/>
          <p:nvPr/>
        </p:nvSpPr>
        <p:spPr>
          <a:xfrm>
            <a:off x="794480" y="704538"/>
            <a:ext cx="7292714" cy="48801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850FA8-9384-2108-C02D-1BC294851614}"/>
              </a:ext>
            </a:extLst>
          </p:cNvPr>
          <p:cNvSpPr/>
          <p:nvPr/>
        </p:nvSpPr>
        <p:spPr>
          <a:xfrm>
            <a:off x="914400" y="1268649"/>
            <a:ext cx="7435120" cy="3898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9500F7-903D-1D1F-2C52-3A7F267E9508}"/>
              </a:ext>
            </a:extLst>
          </p:cNvPr>
          <p:cNvSpPr/>
          <p:nvPr/>
        </p:nvSpPr>
        <p:spPr>
          <a:xfrm>
            <a:off x="794480" y="1192553"/>
            <a:ext cx="118474" cy="10294910"/>
          </a:xfrm>
          <a:prstGeom prst="rect">
            <a:avLst/>
          </a:prstGeom>
          <a:solidFill>
            <a:srgbClr val="FFD5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F7084D-31D1-B0F1-2EDF-F7AC98C2F937}"/>
              </a:ext>
            </a:extLst>
          </p:cNvPr>
          <p:cNvSpPr/>
          <p:nvPr/>
        </p:nvSpPr>
        <p:spPr>
          <a:xfrm>
            <a:off x="8087194" y="704538"/>
            <a:ext cx="262326" cy="467998"/>
          </a:xfrm>
          <a:prstGeom prst="rect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2158FF-AABC-088B-C6A3-CD56CD430052}"/>
              </a:ext>
            </a:extLst>
          </p:cNvPr>
          <p:cNvSpPr/>
          <p:nvPr/>
        </p:nvSpPr>
        <p:spPr>
          <a:xfrm>
            <a:off x="7935420" y="1198878"/>
            <a:ext cx="404733" cy="459211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7CE2D5-D62D-8269-B679-D9BF0FF1A156}"/>
              </a:ext>
            </a:extLst>
          </p:cNvPr>
          <p:cNvSpPr/>
          <p:nvPr/>
        </p:nvSpPr>
        <p:spPr>
          <a:xfrm>
            <a:off x="7539331" y="1193218"/>
            <a:ext cx="404733" cy="464872"/>
          </a:xfrm>
          <a:prstGeom prst="rect">
            <a:avLst/>
          </a:prstGeom>
          <a:solidFill>
            <a:srgbClr val="6633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B9C7B5-DC15-D704-328E-36E86C82B5AE}"/>
              </a:ext>
            </a:extLst>
          </p:cNvPr>
          <p:cNvSpPr/>
          <p:nvPr/>
        </p:nvSpPr>
        <p:spPr>
          <a:xfrm>
            <a:off x="914401" y="1674644"/>
            <a:ext cx="295454" cy="9812819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354D9DA-1F53-06C9-7A25-B19067EA7D6F}"/>
              </a:ext>
            </a:extLst>
          </p:cNvPr>
          <p:cNvSpPr/>
          <p:nvPr/>
        </p:nvSpPr>
        <p:spPr>
          <a:xfrm rot="5400000">
            <a:off x="4320631" y="-1442557"/>
            <a:ext cx="295951" cy="6517513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B30CBD3-C304-6041-860A-85449846E91E}"/>
              </a:ext>
            </a:extLst>
          </p:cNvPr>
          <p:cNvSpPr/>
          <p:nvPr/>
        </p:nvSpPr>
        <p:spPr>
          <a:xfrm>
            <a:off x="921418" y="1665940"/>
            <a:ext cx="289506" cy="295951"/>
          </a:xfrm>
          <a:prstGeom prst="rect">
            <a:avLst/>
          </a:prstGeom>
          <a:solidFill>
            <a:srgbClr val="FFABAB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6644548-FBAC-2B72-725A-6374D22C2AFD}"/>
              </a:ext>
            </a:extLst>
          </p:cNvPr>
          <p:cNvSpPr/>
          <p:nvPr/>
        </p:nvSpPr>
        <p:spPr>
          <a:xfrm>
            <a:off x="1208406" y="4029923"/>
            <a:ext cx="631157" cy="7455895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BF3EFC2-03E3-93CC-4741-C339F16CD06B}"/>
              </a:ext>
            </a:extLst>
          </p:cNvPr>
          <p:cNvSpPr/>
          <p:nvPr/>
        </p:nvSpPr>
        <p:spPr>
          <a:xfrm rot="5400000">
            <a:off x="4306654" y="644602"/>
            <a:ext cx="295953" cy="6489555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4963735-0EAD-5749-D0AE-571F2B5CE20A}"/>
              </a:ext>
            </a:extLst>
          </p:cNvPr>
          <p:cNvSpPr/>
          <p:nvPr/>
        </p:nvSpPr>
        <p:spPr>
          <a:xfrm>
            <a:off x="1209853" y="3744689"/>
            <a:ext cx="630575" cy="292667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577B5E5-B3AB-C754-67B7-30861D601296}"/>
              </a:ext>
            </a:extLst>
          </p:cNvPr>
          <p:cNvSpPr/>
          <p:nvPr/>
        </p:nvSpPr>
        <p:spPr>
          <a:xfrm flipH="1">
            <a:off x="1840428" y="6441360"/>
            <a:ext cx="722888" cy="5042815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3E22E72-A202-979D-64A6-F6AC4A2C88C0}"/>
              </a:ext>
            </a:extLst>
          </p:cNvPr>
          <p:cNvSpPr/>
          <p:nvPr/>
        </p:nvSpPr>
        <p:spPr>
          <a:xfrm>
            <a:off x="4646107" y="10442888"/>
            <a:ext cx="3583491" cy="33332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751CA97-A056-04AC-8FF0-53524F28C0CC}"/>
              </a:ext>
            </a:extLst>
          </p:cNvPr>
          <p:cNvSpPr/>
          <p:nvPr/>
        </p:nvSpPr>
        <p:spPr>
          <a:xfrm flipH="1">
            <a:off x="2563315" y="9009743"/>
            <a:ext cx="822674" cy="2474433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8277472-CF63-3FB4-7BE8-6D1A1E5A5408}"/>
              </a:ext>
            </a:extLst>
          </p:cNvPr>
          <p:cNvSpPr/>
          <p:nvPr/>
        </p:nvSpPr>
        <p:spPr>
          <a:xfrm>
            <a:off x="3385988" y="10913777"/>
            <a:ext cx="4455985" cy="57368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1A74DA3-B7F2-2E27-9D10-C2EC80FF7181}"/>
              </a:ext>
            </a:extLst>
          </p:cNvPr>
          <p:cNvSpPr/>
          <p:nvPr/>
        </p:nvSpPr>
        <p:spPr>
          <a:xfrm rot="5400000" flipH="1">
            <a:off x="3428342" y="5996044"/>
            <a:ext cx="9730898" cy="111457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02B7013-CC64-7003-32DF-D1D9A1F40400}"/>
              </a:ext>
            </a:extLst>
          </p:cNvPr>
          <p:cNvSpPr/>
          <p:nvPr/>
        </p:nvSpPr>
        <p:spPr>
          <a:xfrm rot="16200000">
            <a:off x="7807012" y="10941668"/>
            <a:ext cx="570398" cy="5146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9E641FA-5815-54BA-D5A8-257606AB1E25}"/>
              </a:ext>
            </a:extLst>
          </p:cNvPr>
          <p:cNvSpPr/>
          <p:nvPr/>
        </p:nvSpPr>
        <p:spPr>
          <a:xfrm flipH="1">
            <a:off x="3385987" y="10442887"/>
            <a:ext cx="1260120" cy="333324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CDC0B7-05C1-FA9D-45D6-A6F5BBE61CEA}"/>
              </a:ext>
            </a:extLst>
          </p:cNvPr>
          <p:cNvSpPr txBox="1"/>
          <p:nvPr/>
        </p:nvSpPr>
        <p:spPr>
          <a:xfrm>
            <a:off x="3633163" y="170662"/>
            <a:ext cx="181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(2</a:t>
            </a:r>
            <a:r>
              <a:rPr lang="en-US" baseline="30000" dirty="0"/>
              <a:t>nd</a:t>
            </a:r>
            <a:r>
              <a:rPr lang="en-US" dirty="0"/>
              <a:t> Party)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65B5F8-BF26-70A8-F36E-7080812FCB06}"/>
              </a:ext>
            </a:extLst>
          </p:cNvPr>
          <p:cNvSpPr txBox="1"/>
          <p:nvPr/>
        </p:nvSpPr>
        <p:spPr>
          <a:xfrm rot="16200000">
            <a:off x="-1849250" y="5914160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Unauthorized/Malicious (4th Party)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A50544-411F-6DFA-BEDF-50ED3203F2C2}"/>
              </a:ext>
            </a:extLst>
          </p:cNvPr>
          <p:cNvSpPr txBox="1"/>
          <p:nvPr/>
        </p:nvSpPr>
        <p:spPr>
          <a:xfrm rot="5400000">
            <a:off x="6501369" y="591133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Consultant (3rd Party)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9C420AF-8972-63F8-7705-4EF7E89F8391}"/>
              </a:ext>
            </a:extLst>
          </p:cNvPr>
          <p:cNvSpPr txBox="1"/>
          <p:nvPr/>
        </p:nvSpPr>
        <p:spPr>
          <a:xfrm>
            <a:off x="2246877" y="1165349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Authorized (1st Party)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A7B323B-A8C7-37F3-EDA0-79E3CC949091}"/>
              </a:ext>
            </a:extLst>
          </p:cNvPr>
          <p:cNvSpPr txBox="1"/>
          <p:nvPr/>
        </p:nvSpPr>
        <p:spPr>
          <a:xfrm>
            <a:off x="2201300" y="747214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u="sng" dirty="0"/>
              <a:t>User Display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523D60-8648-4CAE-36F3-AD99B75108FA}"/>
              </a:ext>
            </a:extLst>
          </p:cNvPr>
          <p:cNvSpPr txBox="1"/>
          <p:nvPr/>
        </p:nvSpPr>
        <p:spPr>
          <a:xfrm>
            <a:off x="2221126" y="1281992"/>
            <a:ext cx="45902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Web Page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E1A491-FF03-7AD1-9465-0D30DB322EFF}"/>
              </a:ext>
            </a:extLst>
          </p:cNvPr>
          <p:cNvSpPr txBox="1"/>
          <p:nvPr/>
        </p:nvSpPr>
        <p:spPr>
          <a:xfrm>
            <a:off x="1686545" y="1689252"/>
            <a:ext cx="17869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4FB0D8E-4690-4621-960D-1BBF3A632191}"/>
              </a:ext>
            </a:extLst>
          </p:cNvPr>
          <p:cNvSpPr txBox="1"/>
          <p:nvPr/>
        </p:nvSpPr>
        <p:spPr>
          <a:xfrm rot="16200000">
            <a:off x="-156480" y="5713461"/>
            <a:ext cx="240985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1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EEEB580-C020-4BDF-1627-26C8338A9CC1}"/>
              </a:ext>
            </a:extLst>
          </p:cNvPr>
          <p:cNvSpPr/>
          <p:nvPr/>
        </p:nvSpPr>
        <p:spPr>
          <a:xfrm rot="5400000">
            <a:off x="4188714" y="-2076881"/>
            <a:ext cx="73413" cy="6624931"/>
          </a:xfrm>
          <a:prstGeom prst="rect">
            <a:avLst/>
          </a:prstGeom>
          <a:solidFill>
            <a:srgbClr val="FFD5D5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ED40F83-3595-B024-7007-F2A2052FA6FF}"/>
              </a:ext>
            </a:extLst>
          </p:cNvPr>
          <p:cNvSpPr txBox="1"/>
          <p:nvPr/>
        </p:nvSpPr>
        <p:spPr>
          <a:xfrm>
            <a:off x="2492499" y="1174031"/>
            <a:ext cx="1786975" cy="130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" dirty="0"/>
              <a:t>HTTPS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AA77EDD-F079-7BA6-E63E-88B8E35B06A4}"/>
              </a:ext>
            </a:extLst>
          </p:cNvPr>
          <p:cNvSpPr txBox="1"/>
          <p:nvPr/>
        </p:nvSpPr>
        <p:spPr>
          <a:xfrm rot="16200000">
            <a:off x="-39047" y="3025904"/>
            <a:ext cx="1786975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" dirty="0"/>
              <a:t>HTTPS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C61E34F-EF4C-C462-1968-AAC23FDAEB53}"/>
              </a:ext>
            </a:extLst>
          </p:cNvPr>
          <p:cNvSpPr txBox="1"/>
          <p:nvPr/>
        </p:nvSpPr>
        <p:spPr>
          <a:xfrm>
            <a:off x="4954896" y="10483824"/>
            <a:ext cx="316554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Authentication &amp; Authorization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FFBD862-D0D3-CA56-3E2F-17893D0F1607}"/>
              </a:ext>
            </a:extLst>
          </p:cNvPr>
          <p:cNvSpPr txBox="1"/>
          <p:nvPr/>
        </p:nvSpPr>
        <p:spPr>
          <a:xfrm>
            <a:off x="3385987" y="11046788"/>
            <a:ext cx="44489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Authorized 1</a:t>
            </a:r>
            <a:r>
              <a:rPr lang="en-US" sz="1400" baseline="30000" dirty="0"/>
              <a:t>st</a:t>
            </a:r>
            <a:r>
              <a:rPr lang="en-US" sz="1400" dirty="0"/>
              <a:t> Party Display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05A0B12-6BCD-BB7C-ACEE-0A3CC5146EA5}"/>
              </a:ext>
            </a:extLst>
          </p:cNvPr>
          <p:cNvSpPr txBox="1"/>
          <p:nvPr/>
        </p:nvSpPr>
        <p:spPr>
          <a:xfrm>
            <a:off x="7699408" y="10999362"/>
            <a:ext cx="7944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3rd Party</a:t>
            </a:r>
          </a:p>
          <a:p>
            <a:pPr algn="ctr"/>
            <a:r>
              <a:rPr lang="en-US" sz="800" dirty="0"/>
              <a:t>Display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80F45CBF-FADA-239C-5FAC-ECA87AB67885}"/>
              </a:ext>
            </a:extLst>
          </p:cNvPr>
          <p:cNvSpPr txBox="1"/>
          <p:nvPr/>
        </p:nvSpPr>
        <p:spPr>
          <a:xfrm rot="16200000">
            <a:off x="2047791" y="10190378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4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93CFDEE6-D9A3-75FE-EA95-A8D9495FE73C}"/>
              </a:ext>
            </a:extLst>
          </p:cNvPr>
          <p:cNvSpPr/>
          <p:nvPr/>
        </p:nvSpPr>
        <p:spPr>
          <a:xfrm rot="16200000">
            <a:off x="3692066" y="9189257"/>
            <a:ext cx="631326" cy="987642"/>
          </a:xfrm>
          <a:prstGeom prst="rect">
            <a:avLst/>
          </a:prstGeom>
          <a:solidFill>
            <a:srgbClr val="00206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9A8664FA-5503-A0D2-F2E9-7C68B6144DE9}"/>
              </a:ext>
            </a:extLst>
          </p:cNvPr>
          <p:cNvSpPr/>
          <p:nvPr/>
        </p:nvSpPr>
        <p:spPr>
          <a:xfrm flipH="1">
            <a:off x="2571415" y="8993338"/>
            <a:ext cx="5251270" cy="248386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A474DAB6-EAEA-E954-0BD8-5BB4BE80AE6D}"/>
              </a:ext>
            </a:extLst>
          </p:cNvPr>
          <p:cNvSpPr/>
          <p:nvPr/>
        </p:nvSpPr>
        <p:spPr>
          <a:xfrm flipH="1">
            <a:off x="2563315" y="8992672"/>
            <a:ext cx="822674" cy="249052"/>
          </a:xfrm>
          <a:prstGeom prst="rect">
            <a:avLst/>
          </a:prstGeom>
          <a:solidFill>
            <a:srgbClr val="D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95C41EE4-F3DE-B93C-AC25-A7BB9F72382A}"/>
              </a:ext>
            </a:extLst>
          </p:cNvPr>
          <p:cNvSpPr/>
          <p:nvPr/>
        </p:nvSpPr>
        <p:spPr>
          <a:xfrm rot="16200000">
            <a:off x="6027451" y="8204411"/>
            <a:ext cx="624563" cy="2963770"/>
          </a:xfrm>
          <a:prstGeom prst="rect">
            <a:avLst/>
          </a:prstGeom>
          <a:solidFill>
            <a:srgbClr val="003CB4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E12281C1-9169-7BF3-1C4C-8DEB7E73E048}"/>
              </a:ext>
            </a:extLst>
          </p:cNvPr>
          <p:cNvSpPr txBox="1"/>
          <p:nvPr/>
        </p:nvSpPr>
        <p:spPr>
          <a:xfrm>
            <a:off x="3414804" y="9495922"/>
            <a:ext cx="122940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Mission Critical Data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F9D16E92-1C96-81F7-E257-30384CECF1C1}"/>
              </a:ext>
            </a:extLst>
          </p:cNvPr>
          <p:cNvSpPr/>
          <p:nvPr/>
        </p:nvSpPr>
        <p:spPr>
          <a:xfrm>
            <a:off x="4572000" y="9241724"/>
            <a:ext cx="186771" cy="8485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7B69FDD0-D198-09C8-861B-D60C95118495}"/>
              </a:ext>
            </a:extLst>
          </p:cNvPr>
          <p:cNvSpPr/>
          <p:nvPr/>
        </p:nvSpPr>
        <p:spPr>
          <a:xfrm rot="16200000">
            <a:off x="3886815" y="9565966"/>
            <a:ext cx="186771" cy="11836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EAD21B3E-A276-34D6-72D1-AFCB6C0553D7}"/>
              </a:ext>
            </a:extLst>
          </p:cNvPr>
          <p:cNvSpPr/>
          <p:nvPr/>
        </p:nvSpPr>
        <p:spPr>
          <a:xfrm flipH="1">
            <a:off x="4572000" y="10057090"/>
            <a:ext cx="186146" cy="1939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D2F943D-A8C1-719C-6A15-47497ED12994}"/>
              </a:ext>
            </a:extLst>
          </p:cNvPr>
          <p:cNvSpPr/>
          <p:nvPr/>
        </p:nvSpPr>
        <p:spPr>
          <a:xfrm rot="16200000">
            <a:off x="7063062" y="9242589"/>
            <a:ext cx="624563" cy="88741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6F1ED63-0ADD-4B53-852B-80D1EEFE6E8C}"/>
              </a:ext>
            </a:extLst>
          </p:cNvPr>
          <p:cNvSpPr txBox="1"/>
          <p:nvPr/>
        </p:nvSpPr>
        <p:spPr>
          <a:xfrm>
            <a:off x="6950289" y="9461583"/>
            <a:ext cx="8713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1</a:t>
            </a:r>
            <a:r>
              <a:rPr lang="en-US" sz="1050" baseline="30000" dirty="0">
                <a:solidFill>
                  <a:schemeClr val="bg1"/>
                </a:solidFill>
              </a:rPr>
              <a:t>st</a:t>
            </a:r>
            <a:r>
              <a:rPr lang="en-US" sz="1050" dirty="0">
                <a:solidFill>
                  <a:schemeClr val="bg1"/>
                </a:solidFill>
              </a:rPr>
              <a:t> Party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</a:rPr>
              <a:t>Auth RoR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982C3BB6-BB3B-F067-E598-0CD5FE9989A4}"/>
              </a:ext>
            </a:extLst>
          </p:cNvPr>
          <p:cNvSpPr txBox="1"/>
          <p:nvPr/>
        </p:nvSpPr>
        <p:spPr>
          <a:xfrm>
            <a:off x="4883942" y="9446859"/>
            <a:ext cx="159232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50" dirty="0">
                <a:solidFill>
                  <a:schemeClr val="bg1"/>
                </a:solidFill>
              </a:rPr>
              <a:t>Organization Critical Data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131842C4-8548-699A-9BC5-0140C49CDCD1}"/>
              </a:ext>
            </a:extLst>
          </p:cNvPr>
          <p:cNvSpPr txBox="1"/>
          <p:nvPr/>
        </p:nvSpPr>
        <p:spPr>
          <a:xfrm>
            <a:off x="3656829" y="8992672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4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D7937953-FB52-0DCA-17E1-CE896BA20C67}"/>
              </a:ext>
            </a:extLst>
          </p:cNvPr>
          <p:cNvSpPr/>
          <p:nvPr/>
        </p:nvSpPr>
        <p:spPr>
          <a:xfrm>
            <a:off x="6791588" y="9374014"/>
            <a:ext cx="138962" cy="6245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10B7F738-665F-3E87-9AFE-EFF2AD876E61}"/>
              </a:ext>
            </a:extLst>
          </p:cNvPr>
          <p:cNvSpPr/>
          <p:nvPr/>
        </p:nvSpPr>
        <p:spPr>
          <a:xfrm rot="16200000" flipH="1" flipV="1">
            <a:off x="6398344" y="9605337"/>
            <a:ext cx="624564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89026F6D-F6E4-4FEE-16F7-97DF652A76B5}"/>
              </a:ext>
            </a:extLst>
          </p:cNvPr>
          <p:cNvSpPr/>
          <p:nvPr/>
        </p:nvSpPr>
        <p:spPr>
          <a:xfrm>
            <a:off x="6511009" y="9374012"/>
            <a:ext cx="111457" cy="62456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B5C14009-D182-3AD8-703C-855AA5717411}"/>
              </a:ext>
            </a:extLst>
          </p:cNvPr>
          <p:cNvSpPr/>
          <p:nvPr/>
        </p:nvSpPr>
        <p:spPr>
          <a:xfrm>
            <a:off x="4055399" y="5251872"/>
            <a:ext cx="1041817" cy="29395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B97A529A-1FEC-6C23-B208-90A77EE0A234}"/>
              </a:ext>
            </a:extLst>
          </p:cNvPr>
          <p:cNvSpPr/>
          <p:nvPr/>
        </p:nvSpPr>
        <p:spPr>
          <a:xfrm>
            <a:off x="4055399" y="5555932"/>
            <a:ext cx="1041817" cy="272489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5A78D828-6ECD-856F-7E79-1595AE589BE7}"/>
              </a:ext>
            </a:extLst>
          </p:cNvPr>
          <p:cNvSpPr txBox="1"/>
          <p:nvPr/>
        </p:nvSpPr>
        <p:spPr>
          <a:xfrm>
            <a:off x="4070200" y="5286017"/>
            <a:ext cx="10775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Membership Exists?</a:t>
            </a:r>
          </a:p>
        </p:txBody>
      </p:sp>
      <p:sp>
        <p:nvSpPr>
          <p:cNvPr id="386" name="TextBox 385">
            <a:extLst>
              <a:ext uri="{FF2B5EF4-FFF2-40B4-BE49-F238E27FC236}">
                <a16:creationId xmlns:a16="http://schemas.microsoft.com/office/drawing/2014/main" id="{78324390-385B-9EDC-7EB1-94A0D13B04B7}"/>
              </a:ext>
            </a:extLst>
          </p:cNvPr>
          <p:cNvSpPr txBox="1"/>
          <p:nvPr/>
        </p:nvSpPr>
        <p:spPr>
          <a:xfrm>
            <a:off x="4103534" y="5563861"/>
            <a:ext cx="10011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Logged In?</a:t>
            </a: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5A4538F5-9100-4792-2233-CF09A767A16E}"/>
              </a:ext>
            </a:extLst>
          </p:cNvPr>
          <p:cNvSpPr/>
          <p:nvPr/>
        </p:nvSpPr>
        <p:spPr>
          <a:xfrm>
            <a:off x="4055400" y="2110832"/>
            <a:ext cx="1041817" cy="43170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5AC60BFF-F495-0891-EDFC-01A3711AEB24}"/>
              </a:ext>
            </a:extLst>
          </p:cNvPr>
          <p:cNvSpPr/>
          <p:nvPr/>
        </p:nvSpPr>
        <p:spPr>
          <a:xfrm>
            <a:off x="1391665" y="2367013"/>
            <a:ext cx="2221526" cy="10691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0D8F4438-0479-9FF2-1796-19EC4B888A39}"/>
              </a:ext>
            </a:extLst>
          </p:cNvPr>
          <p:cNvSpPr/>
          <p:nvPr/>
        </p:nvSpPr>
        <p:spPr>
          <a:xfrm>
            <a:off x="3193466" y="2371235"/>
            <a:ext cx="419725" cy="1059760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ED01AA73-E469-B8E2-D397-4121FD15E3F1}"/>
              </a:ext>
            </a:extLst>
          </p:cNvPr>
          <p:cNvSpPr/>
          <p:nvPr/>
        </p:nvSpPr>
        <p:spPr>
          <a:xfrm>
            <a:off x="1393174" y="2365123"/>
            <a:ext cx="287796" cy="10675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2894338D-459C-7DCB-B827-5A6005044508}"/>
              </a:ext>
            </a:extLst>
          </p:cNvPr>
          <p:cNvSpPr/>
          <p:nvPr/>
        </p:nvSpPr>
        <p:spPr>
          <a:xfrm>
            <a:off x="1391662" y="2719531"/>
            <a:ext cx="1988081" cy="71310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24C5145C-7725-D2C6-B4C0-BBD0728BB359}"/>
              </a:ext>
            </a:extLst>
          </p:cNvPr>
          <p:cNvSpPr/>
          <p:nvPr/>
        </p:nvSpPr>
        <p:spPr>
          <a:xfrm>
            <a:off x="5555317" y="2408485"/>
            <a:ext cx="1988722" cy="102004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40DB86F9-28E9-E138-B7D1-D69AAD8F6447}"/>
              </a:ext>
            </a:extLst>
          </p:cNvPr>
          <p:cNvSpPr/>
          <p:nvPr/>
        </p:nvSpPr>
        <p:spPr>
          <a:xfrm>
            <a:off x="4055400" y="2542538"/>
            <a:ext cx="1041817" cy="667928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B17E1CFD-9824-677C-C70A-8E62413FCDDC}"/>
              </a:ext>
            </a:extLst>
          </p:cNvPr>
          <p:cNvSpPr/>
          <p:nvPr/>
        </p:nvSpPr>
        <p:spPr>
          <a:xfrm>
            <a:off x="4052090" y="4193084"/>
            <a:ext cx="1041817" cy="4385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4DDCBD1C-1F61-EC58-B77D-DA1472C324A5}"/>
              </a:ext>
            </a:extLst>
          </p:cNvPr>
          <p:cNvSpPr/>
          <p:nvPr/>
        </p:nvSpPr>
        <p:spPr>
          <a:xfrm>
            <a:off x="4052090" y="4624789"/>
            <a:ext cx="1041817" cy="313459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AFA0702D-30DE-1B83-CFF0-430DDFD67D26}"/>
              </a:ext>
            </a:extLst>
          </p:cNvPr>
          <p:cNvSpPr/>
          <p:nvPr/>
        </p:nvSpPr>
        <p:spPr>
          <a:xfrm>
            <a:off x="5381660" y="4558791"/>
            <a:ext cx="2323476" cy="920421"/>
          </a:xfrm>
          <a:prstGeom prst="rect">
            <a:avLst/>
          </a:prstGeom>
          <a:solidFill>
            <a:srgbClr val="FFCC66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C459B6BF-59AF-5E7B-7DB8-E3639AAADAE9}"/>
              </a:ext>
            </a:extLst>
          </p:cNvPr>
          <p:cNvSpPr/>
          <p:nvPr/>
        </p:nvSpPr>
        <p:spPr>
          <a:xfrm>
            <a:off x="5381660" y="4862480"/>
            <a:ext cx="2323476" cy="965942"/>
          </a:xfrm>
          <a:prstGeom prst="rect">
            <a:avLst/>
          </a:prstGeom>
          <a:solidFill>
            <a:srgbClr val="FF99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C2C53A7F-4AE7-9D48-963F-15961CE66569}"/>
              </a:ext>
            </a:extLst>
          </p:cNvPr>
          <p:cNvSpPr/>
          <p:nvPr/>
        </p:nvSpPr>
        <p:spPr>
          <a:xfrm>
            <a:off x="7435311" y="4564816"/>
            <a:ext cx="291575" cy="1263605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016052B-8FDD-7839-DA94-5ACA9E271FF7}"/>
              </a:ext>
            </a:extLst>
          </p:cNvPr>
          <p:cNvSpPr/>
          <p:nvPr/>
        </p:nvSpPr>
        <p:spPr>
          <a:xfrm>
            <a:off x="7435312" y="4555781"/>
            <a:ext cx="284809" cy="29887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DD787A25-7D02-778B-FD8F-E59270F4C4B2}"/>
              </a:ext>
            </a:extLst>
          </p:cNvPr>
          <p:cNvSpPr/>
          <p:nvPr/>
        </p:nvSpPr>
        <p:spPr>
          <a:xfrm>
            <a:off x="7200051" y="4558792"/>
            <a:ext cx="220277" cy="125558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E1921C6E-326D-2B40-553E-5E6636F56975}"/>
              </a:ext>
            </a:extLst>
          </p:cNvPr>
          <p:cNvSpPr/>
          <p:nvPr/>
        </p:nvSpPr>
        <p:spPr>
          <a:xfrm>
            <a:off x="4051090" y="4951542"/>
            <a:ext cx="1041817" cy="29595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4D14E8F2-25B2-2521-D933-92C36E40661E}"/>
              </a:ext>
            </a:extLst>
          </p:cNvPr>
          <p:cNvSpPr/>
          <p:nvPr/>
        </p:nvSpPr>
        <p:spPr>
          <a:xfrm>
            <a:off x="4052222" y="6602940"/>
            <a:ext cx="1041817" cy="438560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3C556EE-9E64-36B5-A6C2-CE5458B3B111}"/>
              </a:ext>
            </a:extLst>
          </p:cNvPr>
          <p:cNvSpPr/>
          <p:nvPr/>
        </p:nvSpPr>
        <p:spPr>
          <a:xfrm>
            <a:off x="4052222" y="7034645"/>
            <a:ext cx="1041817" cy="43772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4B9BBDBF-B5E9-C4A4-C711-6FEBB50EE658}"/>
              </a:ext>
            </a:extLst>
          </p:cNvPr>
          <p:cNvSpPr/>
          <p:nvPr/>
        </p:nvSpPr>
        <p:spPr>
          <a:xfrm>
            <a:off x="5418946" y="7153394"/>
            <a:ext cx="2323476" cy="303688"/>
          </a:xfrm>
          <a:prstGeom prst="rect">
            <a:avLst/>
          </a:prstGeom>
          <a:solidFill>
            <a:srgbClr val="FF3F3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96C2BE14-A6E9-E95B-3BFA-338A578911AA}"/>
              </a:ext>
            </a:extLst>
          </p:cNvPr>
          <p:cNvSpPr/>
          <p:nvPr/>
        </p:nvSpPr>
        <p:spPr>
          <a:xfrm>
            <a:off x="5418946" y="7457081"/>
            <a:ext cx="2323476" cy="1089593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B8C93FD-70A6-B3F1-6CCB-8DB0E37C77A1}"/>
              </a:ext>
            </a:extLst>
          </p:cNvPr>
          <p:cNvSpPr/>
          <p:nvPr/>
        </p:nvSpPr>
        <p:spPr>
          <a:xfrm>
            <a:off x="7472600" y="7159418"/>
            <a:ext cx="269822" cy="1387256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C21B4E81-75D5-8B5E-DCA0-917DFC3F5377}"/>
              </a:ext>
            </a:extLst>
          </p:cNvPr>
          <p:cNvSpPr/>
          <p:nvPr/>
        </p:nvSpPr>
        <p:spPr>
          <a:xfrm>
            <a:off x="7472600" y="7153393"/>
            <a:ext cx="269822" cy="30669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C1933BD6-F2DD-0F13-89A7-8E12498D24B2}"/>
              </a:ext>
            </a:extLst>
          </p:cNvPr>
          <p:cNvSpPr/>
          <p:nvPr/>
        </p:nvSpPr>
        <p:spPr>
          <a:xfrm>
            <a:off x="7260755" y="7153393"/>
            <a:ext cx="211845" cy="1393281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95D17ABC-A77F-057B-AE55-D8A59070AD67}"/>
              </a:ext>
            </a:extLst>
          </p:cNvPr>
          <p:cNvSpPr/>
          <p:nvPr/>
        </p:nvSpPr>
        <p:spPr>
          <a:xfrm>
            <a:off x="2665250" y="6763961"/>
            <a:ext cx="1043693" cy="1920064"/>
          </a:xfrm>
          <a:prstGeom prst="rect">
            <a:avLst/>
          </a:prstGeom>
          <a:solidFill>
            <a:srgbClr val="FF781D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7D6A098A-32F9-CB84-42D3-C0218DC41EB5}"/>
              </a:ext>
            </a:extLst>
          </p:cNvPr>
          <p:cNvSpPr/>
          <p:nvPr/>
        </p:nvSpPr>
        <p:spPr>
          <a:xfrm>
            <a:off x="4052221" y="7460893"/>
            <a:ext cx="1041817" cy="437723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E97106C6-B201-81D3-D55F-57C41132B2F1}"/>
              </a:ext>
            </a:extLst>
          </p:cNvPr>
          <p:cNvSpPr/>
          <p:nvPr/>
        </p:nvSpPr>
        <p:spPr>
          <a:xfrm flipH="1">
            <a:off x="1840593" y="6096001"/>
            <a:ext cx="5879528" cy="345360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648F89B3-A722-304C-1B26-4314777794CD}"/>
              </a:ext>
            </a:extLst>
          </p:cNvPr>
          <p:cNvSpPr/>
          <p:nvPr/>
        </p:nvSpPr>
        <p:spPr>
          <a:xfrm flipH="1">
            <a:off x="1840591" y="6095998"/>
            <a:ext cx="722725" cy="348649"/>
          </a:xfrm>
          <a:prstGeom prst="rect">
            <a:avLst/>
          </a:prstGeom>
          <a:solidFill>
            <a:srgbClr val="FF2F2F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6BE9EFA6-C9D9-665F-3E6E-607CE91472E5}"/>
              </a:ext>
            </a:extLst>
          </p:cNvPr>
          <p:cNvSpPr/>
          <p:nvPr/>
        </p:nvSpPr>
        <p:spPr>
          <a:xfrm rot="16200000">
            <a:off x="3044691" y="7489781"/>
            <a:ext cx="284809" cy="1043692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0AEEDFD6-65B2-F1AA-1E99-B33C70760BD2}"/>
              </a:ext>
            </a:extLst>
          </p:cNvPr>
          <p:cNvSpPr/>
          <p:nvPr/>
        </p:nvSpPr>
        <p:spPr>
          <a:xfrm>
            <a:off x="2665251" y="6759008"/>
            <a:ext cx="1043692" cy="438560"/>
          </a:xfrm>
          <a:prstGeom prst="rect">
            <a:avLst/>
          </a:prstGeom>
          <a:solidFill>
            <a:srgbClr val="FF99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212301FF-3DC4-C459-A15B-B68043CB29FA}"/>
              </a:ext>
            </a:extLst>
          </p:cNvPr>
          <p:cNvSpPr txBox="1"/>
          <p:nvPr/>
        </p:nvSpPr>
        <p:spPr>
          <a:xfrm>
            <a:off x="4062814" y="2154767"/>
            <a:ext cx="1034402" cy="346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Queue1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B9FCB9CB-8085-D253-C8BB-57018B4289F4}"/>
              </a:ext>
            </a:extLst>
          </p:cNvPr>
          <p:cNvSpPr txBox="1"/>
          <p:nvPr/>
        </p:nvSpPr>
        <p:spPr>
          <a:xfrm>
            <a:off x="4026207" y="2695907"/>
            <a:ext cx="11108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From Web Page?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8CC1EA28-9CCD-2BB3-2E09-CC43082DFB48}"/>
              </a:ext>
            </a:extLst>
          </p:cNvPr>
          <p:cNvSpPr txBox="1"/>
          <p:nvPr/>
        </p:nvSpPr>
        <p:spPr>
          <a:xfrm>
            <a:off x="2119853" y="3775204"/>
            <a:ext cx="176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2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A7529779-3153-CDB1-A885-CA1084C8FB44}"/>
              </a:ext>
            </a:extLst>
          </p:cNvPr>
          <p:cNvSpPr txBox="1"/>
          <p:nvPr/>
        </p:nvSpPr>
        <p:spPr>
          <a:xfrm rot="16200000">
            <a:off x="660987" y="6617456"/>
            <a:ext cx="176525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Encryption Layer 2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D782F4E8-A35B-42B2-A50C-500DE08CCB6C}"/>
              </a:ext>
            </a:extLst>
          </p:cNvPr>
          <p:cNvSpPr txBox="1"/>
          <p:nvPr/>
        </p:nvSpPr>
        <p:spPr>
          <a:xfrm>
            <a:off x="4059449" y="4229998"/>
            <a:ext cx="1018370" cy="35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Queue2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95F0A669-8556-D9F6-9786-AED8B08E32D9}"/>
              </a:ext>
            </a:extLst>
          </p:cNvPr>
          <p:cNvSpPr txBox="1"/>
          <p:nvPr/>
        </p:nvSpPr>
        <p:spPr>
          <a:xfrm>
            <a:off x="4059582" y="6653611"/>
            <a:ext cx="1034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Queue3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1927CD6A-0563-084F-894B-F34C90D81F0E}"/>
              </a:ext>
            </a:extLst>
          </p:cNvPr>
          <p:cNvSpPr txBox="1"/>
          <p:nvPr/>
        </p:nvSpPr>
        <p:spPr>
          <a:xfrm>
            <a:off x="1551472" y="2420043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Ads &amp; Featured RoD</a:t>
            </a: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388F2CB5-3638-EFC2-A2DD-B80F0A9C0F0B}"/>
              </a:ext>
            </a:extLst>
          </p:cNvPr>
          <p:cNvSpPr txBox="1"/>
          <p:nvPr/>
        </p:nvSpPr>
        <p:spPr>
          <a:xfrm>
            <a:off x="5658337" y="2638119"/>
            <a:ext cx="17453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Source Data RoD</a:t>
            </a:r>
          </a:p>
          <a:p>
            <a:pPr algn="ctr"/>
            <a:r>
              <a:rPr lang="en-US" sz="1050" dirty="0"/>
              <a:t>(Page Specific)</a:t>
            </a:r>
          </a:p>
        </p:txBody>
      </p:sp>
      <p:sp>
        <p:nvSpPr>
          <p:cNvPr id="423" name="TextBox 422">
            <a:extLst>
              <a:ext uri="{FF2B5EF4-FFF2-40B4-BE49-F238E27FC236}">
                <a16:creationId xmlns:a16="http://schemas.microsoft.com/office/drawing/2014/main" id="{3C583871-E3DB-D9B7-A5C9-1644623771F6}"/>
              </a:ext>
            </a:extLst>
          </p:cNvPr>
          <p:cNvSpPr txBox="1"/>
          <p:nvPr/>
        </p:nvSpPr>
        <p:spPr>
          <a:xfrm>
            <a:off x="1473761" y="2880848"/>
            <a:ext cx="1895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Ads &amp; Listings Full RoD</a:t>
            </a: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7078B475-9C3F-352C-96B4-1B6DF99AF7D8}"/>
              </a:ext>
            </a:extLst>
          </p:cNvPr>
          <p:cNvSpPr txBox="1"/>
          <p:nvPr/>
        </p:nvSpPr>
        <p:spPr>
          <a:xfrm>
            <a:off x="5527096" y="4609238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Intermediate RoR</a:t>
            </a: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93961CEE-100C-F8D3-37C4-76BABA8EE082}"/>
              </a:ext>
            </a:extLst>
          </p:cNvPr>
          <p:cNvSpPr txBox="1"/>
          <p:nvPr/>
        </p:nvSpPr>
        <p:spPr>
          <a:xfrm>
            <a:off x="5576075" y="7183447"/>
            <a:ext cx="1745394" cy="25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Auth-Critical</a:t>
            </a: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731E6CE5-8314-FC2F-9ED5-B473B5A7D02B}"/>
              </a:ext>
            </a:extLst>
          </p:cNvPr>
          <p:cNvSpPr txBox="1"/>
          <p:nvPr/>
        </p:nvSpPr>
        <p:spPr>
          <a:xfrm>
            <a:off x="5606640" y="5109413"/>
            <a:ext cx="16154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Intermediate Data</a:t>
            </a:r>
          </a:p>
        </p:txBody>
      </p:sp>
      <p:sp>
        <p:nvSpPr>
          <p:cNvPr id="427" name="TextBox 426">
            <a:extLst>
              <a:ext uri="{FF2B5EF4-FFF2-40B4-BE49-F238E27FC236}">
                <a16:creationId xmlns:a16="http://schemas.microsoft.com/office/drawing/2014/main" id="{9E0AEE9A-F9C7-F7A3-DC3E-6613DBAB7EF8}"/>
              </a:ext>
            </a:extLst>
          </p:cNvPr>
          <p:cNvSpPr txBox="1"/>
          <p:nvPr/>
        </p:nvSpPr>
        <p:spPr>
          <a:xfrm>
            <a:off x="5672547" y="7792174"/>
            <a:ext cx="161546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User Critical Data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FF166F17-0F35-E1A7-BA58-7CADD0EC7B2C}"/>
              </a:ext>
            </a:extLst>
          </p:cNvPr>
          <p:cNvSpPr/>
          <p:nvPr/>
        </p:nvSpPr>
        <p:spPr>
          <a:xfrm rot="16200000" flipH="1" flipV="1">
            <a:off x="3161154" y="4937178"/>
            <a:ext cx="1636217" cy="148027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1E2DD57D-5350-E1B8-E563-825809873092}"/>
              </a:ext>
            </a:extLst>
          </p:cNvPr>
          <p:cNvSpPr/>
          <p:nvPr/>
        </p:nvSpPr>
        <p:spPr>
          <a:xfrm rot="16200000" flipH="1" flipV="1">
            <a:off x="3321488" y="7170211"/>
            <a:ext cx="1295676" cy="161133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BA4924F9-A2C5-54AE-612E-E07465A0660E}"/>
              </a:ext>
            </a:extLst>
          </p:cNvPr>
          <p:cNvSpPr/>
          <p:nvPr/>
        </p:nvSpPr>
        <p:spPr>
          <a:xfrm rot="16200000" flipH="1" flipV="1">
            <a:off x="3423662" y="2587822"/>
            <a:ext cx="1099635" cy="145658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C7D9AFC5-814E-1B7F-9BC8-EFA659E4F925}"/>
              </a:ext>
            </a:extLst>
          </p:cNvPr>
          <p:cNvSpPr txBox="1"/>
          <p:nvPr/>
        </p:nvSpPr>
        <p:spPr>
          <a:xfrm>
            <a:off x="4042418" y="4656492"/>
            <a:ext cx="10775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/>
              <a:t>Online?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BD5E8BEC-9D85-A4DC-F87A-1041492AED25}"/>
              </a:ext>
            </a:extLst>
          </p:cNvPr>
          <p:cNvSpPr txBox="1"/>
          <p:nvPr/>
        </p:nvSpPr>
        <p:spPr>
          <a:xfrm>
            <a:off x="4068349" y="5005409"/>
            <a:ext cx="1065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IP Account Exists?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A6CDA87A-8A07-A781-02FE-DBD56FED7481}"/>
              </a:ext>
            </a:extLst>
          </p:cNvPr>
          <p:cNvSpPr txBox="1"/>
          <p:nvPr/>
        </p:nvSpPr>
        <p:spPr>
          <a:xfrm>
            <a:off x="2626176" y="6805238"/>
            <a:ext cx="952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00" dirty="0"/>
              <a:t>Messages RoR (Must be Logged In)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FF63FE8A-58C4-FAD2-218B-69A4CA9A1040}"/>
              </a:ext>
            </a:extLst>
          </p:cNvPr>
          <p:cNvSpPr txBox="1"/>
          <p:nvPr/>
        </p:nvSpPr>
        <p:spPr>
          <a:xfrm>
            <a:off x="2784424" y="7313581"/>
            <a:ext cx="908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Messenger Data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04732157-D883-C04A-3DFD-7A12DAD9FA86}"/>
              </a:ext>
            </a:extLst>
          </p:cNvPr>
          <p:cNvSpPr txBox="1"/>
          <p:nvPr/>
        </p:nvSpPr>
        <p:spPr>
          <a:xfrm>
            <a:off x="4071413" y="7554687"/>
            <a:ext cx="100117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Authorization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D19291A5-7D44-54A2-E868-704C71E78F20}"/>
              </a:ext>
            </a:extLst>
          </p:cNvPr>
          <p:cNvSpPr txBox="1"/>
          <p:nvPr/>
        </p:nvSpPr>
        <p:spPr>
          <a:xfrm>
            <a:off x="3955063" y="7122701"/>
            <a:ext cx="125737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Full </a:t>
            </a:r>
            <a:r>
              <a:rPr lang="en-US" sz="1050" dirty="0"/>
              <a:t>Verification</a:t>
            </a:r>
          </a:p>
        </p:txBody>
      </p:sp>
      <p:sp>
        <p:nvSpPr>
          <p:cNvPr id="437" name="TextBox 436">
            <a:extLst>
              <a:ext uri="{FF2B5EF4-FFF2-40B4-BE49-F238E27FC236}">
                <a16:creationId xmlns:a16="http://schemas.microsoft.com/office/drawing/2014/main" id="{7BD0CA42-6CFA-216C-F814-C00370B50AD0}"/>
              </a:ext>
            </a:extLst>
          </p:cNvPr>
          <p:cNvSpPr txBox="1"/>
          <p:nvPr/>
        </p:nvSpPr>
        <p:spPr>
          <a:xfrm rot="16200000">
            <a:off x="1262734" y="7639901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3</a:t>
            </a:r>
          </a:p>
        </p:txBody>
      </p:sp>
      <p:sp>
        <p:nvSpPr>
          <p:cNvPr id="438" name="TextBox 437">
            <a:extLst>
              <a:ext uri="{FF2B5EF4-FFF2-40B4-BE49-F238E27FC236}">
                <a16:creationId xmlns:a16="http://schemas.microsoft.com/office/drawing/2014/main" id="{DBA1FE9F-26A2-7AE4-0215-7C1A318B9B25}"/>
              </a:ext>
            </a:extLst>
          </p:cNvPr>
          <p:cNvSpPr txBox="1"/>
          <p:nvPr/>
        </p:nvSpPr>
        <p:spPr>
          <a:xfrm>
            <a:off x="2865958" y="6179095"/>
            <a:ext cx="183735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Encryption Layer 3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33EA9E69-E0B9-E316-583A-52150092316E}"/>
              </a:ext>
            </a:extLst>
          </p:cNvPr>
          <p:cNvSpPr/>
          <p:nvPr/>
        </p:nvSpPr>
        <p:spPr>
          <a:xfrm rot="16200000">
            <a:off x="3107823" y="7763783"/>
            <a:ext cx="183446" cy="1018794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A73E5FAC-32E0-EEEF-9BBA-AA76555EEDB5}"/>
              </a:ext>
            </a:extLst>
          </p:cNvPr>
          <p:cNvSpPr/>
          <p:nvPr/>
        </p:nvSpPr>
        <p:spPr>
          <a:xfrm>
            <a:off x="2665250" y="8355065"/>
            <a:ext cx="1043692" cy="328294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DAD10AE4-2697-8913-D663-F51D41ADF254}"/>
              </a:ext>
            </a:extLst>
          </p:cNvPr>
          <p:cNvSpPr txBox="1"/>
          <p:nvPr/>
        </p:nvSpPr>
        <p:spPr>
          <a:xfrm>
            <a:off x="2615525" y="8400623"/>
            <a:ext cx="107759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Private Messages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0044EF0C-5F96-FC90-AC61-FA76D4305E79}"/>
              </a:ext>
            </a:extLst>
          </p:cNvPr>
          <p:cNvSpPr/>
          <p:nvPr/>
        </p:nvSpPr>
        <p:spPr>
          <a:xfrm>
            <a:off x="3960760" y="8157036"/>
            <a:ext cx="1223608" cy="608834"/>
          </a:xfrm>
          <a:prstGeom prst="rect">
            <a:avLst/>
          </a:prstGeom>
          <a:solidFill>
            <a:srgbClr val="C0000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3" name="TextBox 452">
            <a:extLst>
              <a:ext uri="{FF2B5EF4-FFF2-40B4-BE49-F238E27FC236}">
                <a16:creationId xmlns:a16="http://schemas.microsoft.com/office/drawing/2014/main" id="{723E91B1-DE95-3054-59E0-C82E1CB6DAF5}"/>
              </a:ext>
            </a:extLst>
          </p:cNvPr>
          <p:cNvSpPr txBox="1"/>
          <p:nvPr/>
        </p:nvSpPr>
        <p:spPr>
          <a:xfrm>
            <a:off x="3912678" y="8285373"/>
            <a:ext cx="984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Private User Vault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D200ADC1-0599-5BDB-B66B-94275B7B7DB7}"/>
              </a:ext>
            </a:extLst>
          </p:cNvPr>
          <p:cNvSpPr/>
          <p:nvPr/>
        </p:nvSpPr>
        <p:spPr>
          <a:xfrm rot="16200000">
            <a:off x="3207324" y="7367336"/>
            <a:ext cx="87227" cy="909973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E682FE94-DE7F-19BE-9A5C-CFD1CF7C9E0B}"/>
              </a:ext>
            </a:extLst>
          </p:cNvPr>
          <p:cNvSpPr/>
          <p:nvPr/>
        </p:nvSpPr>
        <p:spPr>
          <a:xfrm>
            <a:off x="2795953" y="7224369"/>
            <a:ext cx="88340" cy="641567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22244C5B-D552-DFF8-9CD0-2D5A5405B0DE}"/>
              </a:ext>
            </a:extLst>
          </p:cNvPr>
          <p:cNvSpPr/>
          <p:nvPr/>
        </p:nvSpPr>
        <p:spPr>
          <a:xfrm rot="16200000" flipH="1" flipV="1">
            <a:off x="2412022" y="7450793"/>
            <a:ext cx="668367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71DB0AC3-A742-3D8F-7519-817436C8445B}"/>
              </a:ext>
            </a:extLst>
          </p:cNvPr>
          <p:cNvSpPr/>
          <p:nvPr/>
        </p:nvSpPr>
        <p:spPr>
          <a:xfrm rot="16200000" flipH="1" flipV="1">
            <a:off x="4802808" y="8381050"/>
            <a:ext cx="605789" cy="16191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8000A1BC-01EC-2B2A-84AB-7EBFF108064F}"/>
              </a:ext>
            </a:extLst>
          </p:cNvPr>
          <p:cNvSpPr/>
          <p:nvPr/>
        </p:nvSpPr>
        <p:spPr>
          <a:xfrm>
            <a:off x="4906083" y="8167154"/>
            <a:ext cx="111457" cy="570768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37D799D7-19AA-A4B0-6A16-46ED05DB76E5}"/>
              </a:ext>
            </a:extLst>
          </p:cNvPr>
          <p:cNvSpPr/>
          <p:nvPr/>
        </p:nvSpPr>
        <p:spPr>
          <a:xfrm>
            <a:off x="2075285" y="5555447"/>
            <a:ext cx="1561510" cy="452137"/>
          </a:xfrm>
          <a:prstGeom prst="rect">
            <a:avLst/>
          </a:prstGeom>
          <a:solidFill>
            <a:srgbClr val="FFE2A7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029445E1-9E1E-F9FE-5D88-C9420F84332A}"/>
              </a:ext>
            </a:extLst>
          </p:cNvPr>
          <p:cNvSpPr/>
          <p:nvPr/>
        </p:nvSpPr>
        <p:spPr>
          <a:xfrm rot="16200000">
            <a:off x="3280629" y="5651417"/>
            <a:ext cx="537300" cy="175032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676BF1A-B49F-BDCF-ABD7-40C1A68F1138}"/>
              </a:ext>
            </a:extLst>
          </p:cNvPr>
          <p:cNvSpPr/>
          <p:nvPr/>
        </p:nvSpPr>
        <p:spPr>
          <a:xfrm>
            <a:off x="2075284" y="5256589"/>
            <a:ext cx="1561510" cy="394472"/>
          </a:xfrm>
          <a:prstGeom prst="rect">
            <a:avLst/>
          </a:prstGeom>
          <a:solidFill>
            <a:srgbClr val="FFE2A7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401F8636-E0DC-E0C7-2D76-B6708AFF674A}"/>
              </a:ext>
            </a:extLst>
          </p:cNvPr>
          <p:cNvSpPr txBox="1"/>
          <p:nvPr/>
        </p:nvSpPr>
        <p:spPr>
          <a:xfrm>
            <a:off x="1973375" y="5317905"/>
            <a:ext cx="157590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/>
              <a:t>Online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6869FB50-D1AE-32E4-57D5-DA72EF5337A0}"/>
              </a:ext>
            </a:extLst>
          </p:cNvPr>
          <p:cNvSpPr txBox="1"/>
          <p:nvPr/>
        </p:nvSpPr>
        <p:spPr>
          <a:xfrm>
            <a:off x="1995260" y="5698487"/>
            <a:ext cx="15759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Logged In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707E12F2-DDFA-9066-4EA8-DF01A1D208F0}"/>
              </a:ext>
            </a:extLst>
          </p:cNvPr>
          <p:cNvSpPr/>
          <p:nvPr/>
        </p:nvSpPr>
        <p:spPr>
          <a:xfrm rot="16200000" flipH="1" flipV="1">
            <a:off x="3353684" y="5367953"/>
            <a:ext cx="391187" cy="175034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AA3B7325-35AB-3C3E-557F-634D297B2FE5}"/>
              </a:ext>
            </a:extLst>
          </p:cNvPr>
          <p:cNvSpPr/>
          <p:nvPr/>
        </p:nvSpPr>
        <p:spPr>
          <a:xfrm>
            <a:off x="1999508" y="4193084"/>
            <a:ext cx="1695731" cy="933646"/>
          </a:xfrm>
          <a:prstGeom prst="rect">
            <a:avLst/>
          </a:prstGeom>
          <a:solidFill>
            <a:srgbClr val="FFFFCC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F532FF5D-7B80-4C49-6511-6711534DF8B3}"/>
              </a:ext>
            </a:extLst>
          </p:cNvPr>
          <p:cNvSpPr/>
          <p:nvPr/>
        </p:nvSpPr>
        <p:spPr>
          <a:xfrm>
            <a:off x="1999508" y="4509997"/>
            <a:ext cx="1688715" cy="616732"/>
          </a:xfrm>
          <a:prstGeom prst="rect">
            <a:avLst/>
          </a:prstGeom>
          <a:solidFill>
            <a:srgbClr val="FFFF99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88474F2B-A94B-7F92-016F-423F25F16C6F}"/>
              </a:ext>
            </a:extLst>
          </p:cNvPr>
          <p:cNvSpPr/>
          <p:nvPr/>
        </p:nvSpPr>
        <p:spPr>
          <a:xfrm>
            <a:off x="3512963" y="4212877"/>
            <a:ext cx="179885" cy="914390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8343C1E1-0DA3-5EC5-D19D-84BA19A57F76}"/>
              </a:ext>
            </a:extLst>
          </p:cNvPr>
          <p:cNvSpPr/>
          <p:nvPr/>
        </p:nvSpPr>
        <p:spPr>
          <a:xfrm>
            <a:off x="3513907" y="4206852"/>
            <a:ext cx="178941" cy="306699"/>
          </a:xfrm>
          <a:prstGeom prst="rect">
            <a:avLst/>
          </a:prstGeom>
          <a:solidFill>
            <a:srgbClr val="00B0F0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2D3B6EAB-66E0-973D-54ED-94685FA589E6}"/>
              </a:ext>
            </a:extLst>
          </p:cNvPr>
          <p:cNvSpPr/>
          <p:nvPr/>
        </p:nvSpPr>
        <p:spPr>
          <a:xfrm>
            <a:off x="3327306" y="4213881"/>
            <a:ext cx="168668" cy="917403"/>
          </a:xfrm>
          <a:prstGeom prst="rect">
            <a:avLst/>
          </a:prstGeom>
          <a:solidFill>
            <a:srgbClr val="080808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F4B8C617-B7A8-7F2E-D720-8F1B0E18B7CE}"/>
              </a:ext>
            </a:extLst>
          </p:cNvPr>
          <p:cNvSpPr txBox="1"/>
          <p:nvPr/>
        </p:nvSpPr>
        <p:spPr>
          <a:xfrm>
            <a:off x="1883755" y="4233713"/>
            <a:ext cx="1497744" cy="25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/>
              <a:t>P&amp;F RoR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E19A00EB-1209-12DA-3431-41431E22285C}"/>
              </a:ext>
            </a:extLst>
          </p:cNvPr>
          <p:cNvSpPr txBox="1"/>
          <p:nvPr/>
        </p:nvSpPr>
        <p:spPr>
          <a:xfrm>
            <a:off x="1989293" y="4602173"/>
            <a:ext cx="11079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Preferences &amp; Flags</a:t>
            </a: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60B3C38C-470C-7948-50A8-AB6D8BE9BA3D}"/>
              </a:ext>
            </a:extLst>
          </p:cNvPr>
          <p:cNvSpPr/>
          <p:nvPr/>
        </p:nvSpPr>
        <p:spPr>
          <a:xfrm rot="5400000">
            <a:off x="4432067" y="4885943"/>
            <a:ext cx="1634958" cy="249243"/>
          </a:xfrm>
          <a:prstGeom prst="rect">
            <a:avLst/>
          </a:prstGeom>
          <a:solidFill>
            <a:srgbClr val="FF818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C2AD7E2D-1513-21F6-66F2-8B7D0DFDA662}"/>
              </a:ext>
            </a:extLst>
          </p:cNvPr>
          <p:cNvSpPr txBox="1"/>
          <p:nvPr/>
        </p:nvSpPr>
        <p:spPr>
          <a:xfrm rot="5400000">
            <a:off x="4717751" y="4887922"/>
            <a:ext cx="10654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Encryption Level 2.5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829BE20D-196D-4631-6CF7-AF96E356351C}"/>
              </a:ext>
            </a:extLst>
          </p:cNvPr>
          <p:cNvSpPr/>
          <p:nvPr/>
        </p:nvSpPr>
        <p:spPr>
          <a:xfrm>
            <a:off x="3193465" y="2384328"/>
            <a:ext cx="186277" cy="33848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54939E74-F2A7-67C5-2935-5E0C052688A5}"/>
              </a:ext>
            </a:extLst>
          </p:cNvPr>
          <p:cNvSpPr/>
          <p:nvPr/>
        </p:nvSpPr>
        <p:spPr>
          <a:xfrm>
            <a:off x="5548052" y="2416116"/>
            <a:ext cx="286368" cy="1012416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CF6DFFDD-A13B-C5A5-9330-6776C2F6F9C1}"/>
              </a:ext>
            </a:extLst>
          </p:cNvPr>
          <p:cNvSpPr/>
          <p:nvPr/>
        </p:nvSpPr>
        <p:spPr>
          <a:xfrm>
            <a:off x="7256244" y="2413170"/>
            <a:ext cx="287796" cy="1005633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2ED61DB8-BCD3-5AD3-067A-F7B6EF3F5724}"/>
              </a:ext>
            </a:extLst>
          </p:cNvPr>
          <p:cNvSpPr/>
          <p:nvPr/>
        </p:nvSpPr>
        <p:spPr>
          <a:xfrm>
            <a:off x="5377350" y="4564816"/>
            <a:ext cx="277979" cy="126045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C4EEF329-0DEA-B148-DC0F-7F92DF2892F7}"/>
              </a:ext>
            </a:extLst>
          </p:cNvPr>
          <p:cNvSpPr/>
          <p:nvPr/>
        </p:nvSpPr>
        <p:spPr>
          <a:xfrm>
            <a:off x="5378351" y="4564817"/>
            <a:ext cx="275689" cy="294378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C286D51E-DD02-684C-FD8D-F9D4D6A47C89}"/>
              </a:ext>
            </a:extLst>
          </p:cNvPr>
          <p:cNvSpPr/>
          <p:nvPr/>
        </p:nvSpPr>
        <p:spPr>
          <a:xfrm>
            <a:off x="3101432" y="4193084"/>
            <a:ext cx="200623" cy="933602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DBC373C5-FDEF-5D08-23FC-1D702D3E35EA}"/>
              </a:ext>
            </a:extLst>
          </p:cNvPr>
          <p:cNvSpPr/>
          <p:nvPr/>
        </p:nvSpPr>
        <p:spPr>
          <a:xfrm>
            <a:off x="3102148" y="4198026"/>
            <a:ext cx="201124" cy="31110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ED31931F-B5D6-5198-BE91-551E76E6B05E}"/>
              </a:ext>
            </a:extLst>
          </p:cNvPr>
          <p:cNvSpPr/>
          <p:nvPr/>
        </p:nvSpPr>
        <p:spPr>
          <a:xfrm>
            <a:off x="3253620" y="5259633"/>
            <a:ext cx="204575" cy="74873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49DB4EAE-5BC4-6AA2-9685-C0BCFAC4DEE3}"/>
              </a:ext>
            </a:extLst>
          </p:cNvPr>
          <p:cNvSpPr/>
          <p:nvPr/>
        </p:nvSpPr>
        <p:spPr>
          <a:xfrm>
            <a:off x="3253741" y="5650229"/>
            <a:ext cx="205740" cy="358141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7F5A9B51-DBF8-02B5-F9A1-EC200346CDDD}"/>
              </a:ext>
            </a:extLst>
          </p:cNvPr>
          <p:cNvSpPr/>
          <p:nvPr/>
        </p:nvSpPr>
        <p:spPr>
          <a:xfrm>
            <a:off x="5426182" y="7153393"/>
            <a:ext cx="277979" cy="139563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AC5E9390-13A8-CBBA-66E3-C18223B79E84}"/>
              </a:ext>
            </a:extLst>
          </p:cNvPr>
          <p:cNvSpPr/>
          <p:nvPr/>
        </p:nvSpPr>
        <p:spPr>
          <a:xfrm>
            <a:off x="5418945" y="7157056"/>
            <a:ext cx="285216" cy="30002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54BC3497-25D0-9623-D1EB-44223C40679F}"/>
              </a:ext>
            </a:extLst>
          </p:cNvPr>
          <p:cNvSpPr/>
          <p:nvPr/>
        </p:nvSpPr>
        <p:spPr>
          <a:xfrm>
            <a:off x="3563942" y="6759465"/>
            <a:ext cx="145000" cy="1032709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8522F8D7-AFF6-B418-A721-20A98B425741}"/>
              </a:ext>
            </a:extLst>
          </p:cNvPr>
          <p:cNvSpPr/>
          <p:nvPr/>
        </p:nvSpPr>
        <p:spPr>
          <a:xfrm>
            <a:off x="3563943" y="6763542"/>
            <a:ext cx="145818" cy="434025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476A42AD-0619-3546-CC24-2DFC65A357AA}"/>
              </a:ext>
            </a:extLst>
          </p:cNvPr>
          <p:cNvSpPr/>
          <p:nvPr/>
        </p:nvSpPr>
        <p:spPr>
          <a:xfrm>
            <a:off x="4753068" y="8159493"/>
            <a:ext cx="161124" cy="603923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95F08789-A432-55E7-B09E-4FFBF0D41510}"/>
              </a:ext>
            </a:extLst>
          </p:cNvPr>
          <p:cNvSpPr/>
          <p:nvPr/>
        </p:nvSpPr>
        <p:spPr>
          <a:xfrm>
            <a:off x="3597486" y="8351471"/>
            <a:ext cx="111458" cy="332207"/>
          </a:xfrm>
          <a:prstGeom prst="rect">
            <a:avLst/>
          </a:prstGeom>
          <a:solidFill>
            <a:schemeClr val="bg2">
              <a:lumMod val="7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9" name="Straight Arrow Connector 378">
            <a:extLst>
              <a:ext uri="{FF2B5EF4-FFF2-40B4-BE49-F238E27FC236}">
                <a16:creationId xmlns:a16="http://schemas.microsoft.com/office/drawing/2014/main" id="{23517A04-27A9-C793-4BE9-F6B3CE986337}"/>
              </a:ext>
            </a:extLst>
          </p:cNvPr>
          <p:cNvCxnSpPr>
            <a:cxnSpLocks/>
          </p:cNvCxnSpPr>
          <p:nvPr/>
        </p:nvCxnSpPr>
        <p:spPr>
          <a:xfrm flipV="1">
            <a:off x="3184566" y="4307933"/>
            <a:ext cx="1037949" cy="5624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F3CEDA01-043E-976B-43F9-F3F234D64B19}"/>
              </a:ext>
            </a:extLst>
          </p:cNvPr>
          <p:cNvCxnSpPr>
            <a:cxnSpLocks/>
          </p:cNvCxnSpPr>
          <p:nvPr/>
        </p:nvCxnSpPr>
        <p:spPr>
          <a:xfrm flipH="1">
            <a:off x="3193466" y="4468592"/>
            <a:ext cx="5956" cy="4110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Arrow Connector 380">
            <a:extLst>
              <a:ext uri="{FF2B5EF4-FFF2-40B4-BE49-F238E27FC236}">
                <a16:creationId xmlns:a16="http://schemas.microsoft.com/office/drawing/2014/main" id="{9F2BA09E-6D30-F7BE-D7B7-2F2FB4FF6B42}"/>
              </a:ext>
            </a:extLst>
          </p:cNvPr>
          <p:cNvCxnSpPr>
            <a:cxnSpLocks/>
          </p:cNvCxnSpPr>
          <p:nvPr/>
        </p:nvCxnSpPr>
        <p:spPr>
          <a:xfrm flipV="1">
            <a:off x="3147646" y="4388177"/>
            <a:ext cx="5620" cy="39483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9" name="Straight Arrow Connector 578">
            <a:extLst>
              <a:ext uri="{FF2B5EF4-FFF2-40B4-BE49-F238E27FC236}">
                <a16:creationId xmlns:a16="http://schemas.microsoft.com/office/drawing/2014/main" id="{577ED04D-A242-F2EC-3E10-C9A5FF90D202}"/>
              </a:ext>
            </a:extLst>
          </p:cNvPr>
          <p:cNvCxnSpPr>
            <a:cxnSpLocks/>
          </p:cNvCxnSpPr>
          <p:nvPr/>
        </p:nvCxnSpPr>
        <p:spPr>
          <a:xfrm flipV="1">
            <a:off x="4243041" y="2173656"/>
            <a:ext cx="161774" cy="208557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Straight Arrow Connector 580">
            <a:extLst>
              <a:ext uri="{FF2B5EF4-FFF2-40B4-BE49-F238E27FC236}">
                <a16:creationId xmlns:a16="http://schemas.microsoft.com/office/drawing/2014/main" id="{6F1FED67-8E7C-BF65-E1D9-0984F7FF3D6C}"/>
              </a:ext>
            </a:extLst>
          </p:cNvPr>
          <p:cNvCxnSpPr>
            <a:cxnSpLocks/>
          </p:cNvCxnSpPr>
          <p:nvPr/>
        </p:nvCxnSpPr>
        <p:spPr>
          <a:xfrm flipV="1">
            <a:off x="3386548" y="4761053"/>
            <a:ext cx="943828" cy="63940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Straight Arrow Connector 582">
            <a:extLst>
              <a:ext uri="{FF2B5EF4-FFF2-40B4-BE49-F238E27FC236}">
                <a16:creationId xmlns:a16="http://schemas.microsoft.com/office/drawing/2014/main" id="{FBD3DBCD-4592-5C13-C505-C7A5FAC42E23}"/>
              </a:ext>
            </a:extLst>
          </p:cNvPr>
          <p:cNvCxnSpPr>
            <a:cxnSpLocks/>
          </p:cNvCxnSpPr>
          <p:nvPr/>
        </p:nvCxnSpPr>
        <p:spPr>
          <a:xfrm>
            <a:off x="4533539" y="5780469"/>
            <a:ext cx="5569" cy="922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4" name="Straight Arrow Connector 583">
            <a:extLst>
              <a:ext uri="{FF2B5EF4-FFF2-40B4-BE49-F238E27FC236}">
                <a16:creationId xmlns:a16="http://schemas.microsoft.com/office/drawing/2014/main" id="{0912B56D-0DB5-9D4E-F3B2-25AA4C93F88B}"/>
              </a:ext>
            </a:extLst>
          </p:cNvPr>
          <p:cNvCxnSpPr>
            <a:cxnSpLocks/>
          </p:cNvCxnSpPr>
          <p:nvPr/>
        </p:nvCxnSpPr>
        <p:spPr>
          <a:xfrm flipH="1">
            <a:off x="3324225" y="5784828"/>
            <a:ext cx="933947" cy="118767"/>
          </a:xfrm>
          <a:prstGeom prst="straightConnector1">
            <a:avLst/>
          </a:prstGeom>
          <a:ln>
            <a:solidFill>
              <a:srgbClr val="004DE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5" name="Straight Arrow Connector 584">
            <a:extLst>
              <a:ext uri="{FF2B5EF4-FFF2-40B4-BE49-F238E27FC236}">
                <a16:creationId xmlns:a16="http://schemas.microsoft.com/office/drawing/2014/main" id="{139955A3-7066-ED2B-3722-27AE40E8681C}"/>
              </a:ext>
            </a:extLst>
          </p:cNvPr>
          <p:cNvCxnSpPr>
            <a:cxnSpLocks/>
          </p:cNvCxnSpPr>
          <p:nvPr/>
        </p:nvCxnSpPr>
        <p:spPr>
          <a:xfrm flipH="1">
            <a:off x="3339465" y="5712920"/>
            <a:ext cx="865562" cy="9542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Straight Arrow Connector 585">
            <a:extLst>
              <a:ext uri="{FF2B5EF4-FFF2-40B4-BE49-F238E27FC236}">
                <a16:creationId xmlns:a16="http://schemas.microsoft.com/office/drawing/2014/main" id="{1D823F84-6124-4142-66C1-4635732BCA98}"/>
              </a:ext>
            </a:extLst>
          </p:cNvPr>
          <p:cNvCxnSpPr>
            <a:cxnSpLocks/>
          </p:cNvCxnSpPr>
          <p:nvPr/>
        </p:nvCxnSpPr>
        <p:spPr>
          <a:xfrm flipV="1">
            <a:off x="3425691" y="5705748"/>
            <a:ext cx="818781" cy="93233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Straight Arrow Connector 586">
            <a:extLst>
              <a:ext uri="{FF2B5EF4-FFF2-40B4-BE49-F238E27FC236}">
                <a16:creationId xmlns:a16="http://schemas.microsoft.com/office/drawing/2014/main" id="{302F5321-9A29-007E-0BD6-F75E135DCF38}"/>
              </a:ext>
            </a:extLst>
          </p:cNvPr>
          <p:cNvCxnSpPr>
            <a:cxnSpLocks/>
          </p:cNvCxnSpPr>
          <p:nvPr/>
        </p:nvCxnSpPr>
        <p:spPr>
          <a:xfrm flipH="1">
            <a:off x="3335703" y="4803193"/>
            <a:ext cx="938067" cy="63018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0" name="Straight Arrow Connector 589">
            <a:extLst>
              <a:ext uri="{FF2B5EF4-FFF2-40B4-BE49-F238E27FC236}">
                <a16:creationId xmlns:a16="http://schemas.microsoft.com/office/drawing/2014/main" id="{E56F2D87-5BF0-7896-4AD0-DF98534A8405}"/>
              </a:ext>
            </a:extLst>
          </p:cNvPr>
          <p:cNvCxnSpPr/>
          <p:nvPr/>
        </p:nvCxnSpPr>
        <p:spPr>
          <a:xfrm>
            <a:off x="4501550" y="1193218"/>
            <a:ext cx="0" cy="224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1" name="Straight Arrow Connector 590">
            <a:extLst>
              <a:ext uri="{FF2B5EF4-FFF2-40B4-BE49-F238E27FC236}">
                <a16:creationId xmlns:a16="http://schemas.microsoft.com/office/drawing/2014/main" id="{55514971-7C0C-D115-C3CC-031362AD4F58}"/>
              </a:ext>
            </a:extLst>
          </p:cNvPr>
          <p:cNvCxnSpPr>
            <a:cxnSpLocks/>
          </p:cNvCxnSpPr>
          <p:nvPr/>
        </p:nvCxnSpPr>
        <p:spPr>
          <a:xfrm>
            <a:off x="4516270" y="1651324"/>
            <a:ext cx="3479" cy="5758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2" name="Straight Arrow Connector 591">
            <a:extLst>
              <a:ext uri="{FF2B5EF4-FFF2-40B4-BE49-F238E27FC236}">
                <a16:creationId xmlns:a16="http://schemas.microsoft.com/office/drawing/2014/main" id="{9D46AC30-3868-0057-6CC1-CE14A65A95BF}"/>
              </a:ext>
            </a:extLst>
          </p:cNvPr>
          <p:cNvCxnSpPr>
            <a:cxnSpLocks/>
          </p:cNvCxnSpPr>
          <p:nvPr/>
        </p:nvCxnSpPr>
        <p:spPr>
          <a:xfrm>
            <a:off x="4526060" y="2422688"/>
            <a:ext cx="4931" cy="608060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Arrow Connector 592">
            <a:extLst>
              <a:ext uri="{FF2B5EF4-FFF2-40B4-BE49-F238E27FC236}">
                <a16:creationId xmlns:a16="http://schemas.microsoft.com/office/drawing/2014/main" id="{9C3C7AAA-492C-2E98-3416-379D0D066595}"/>
              </a:ext>
            </a:extLst>
          </p:cNvPr>
          <p:cNvCxnSpPr>
            <a:cxnSpLocks/>
          </p:cNvCxnSpPr>
          <p:nvPr/>
        </p:nvCxnSpPr>
        <p:spPr>
          <a:xfrm flipH="1" flipV="1">
            <a:off x="4162956" y="1547616"/>
            <a:ext cx="9855" cy="600005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Arrow Connector 593">
            <a:extLst>
              <a:ext uri="{FF2B5EF4-FFF2-40B4-BE49-F238E27FC236}">
                <a16:creationId xmlns:a16="http://schemas.microsoft.com/office/drawing/2014/main" id="{A517E25E-1E8C-CBB7-99A2-7E7B7A93D00C}"/>
              </a:ext>
            </a:extLst>
          </p:cNvPr>
          <p:cNvCxnSpPr>
            <a:cxnSpLocks/>
          </p:cNvCxnSpPr>
          <p:nvPr/>
        </p:nvCxnSpPr>
        <p:spPr>
          <a:xfrm flipV="1">
            <a:off x="4986624" y="1553627"/>
            <a:ext cx="0" cy="61993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Arrow Connector 594">
            <a:extLst>
              <a:ext uri="{FF2B5EF4-FFF2-40B4-BE49-F238E27FC236}">
                <a16:creationId xmlns:a16="http://schemas.microsoft.com/office/drawing/2014/main" id="{F785B0AF-7840-39C9-0B89-DAE1C08D689A}"/>
              </a:ext>
            </a:extLst>
          </p:cNvPr>
          <p:cNvCxnSpPr>
            <a:cxnSpLocks/>
          </p:cNvCxnSpPr>
          <p:nvPr/>
        </p:nvCxnSpPr>
        <p:spPr>
          <a:xfrm flipV="1">
            <a:off x="4318946" y="1550482"/>
            <a:ext cx="0" cy="57599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Straight Arrow Connector 597">
            <a:extLst>
              <a:ext uri="{FF2B5EF4-FFF2-40B4-BE49-F238E27FC236}">
                <a16:creationId xmlns:a16="http://schemas.microsoft.com/office/drawing/2014/main" id="{D04AA532-FD17-3326-082B-A097B0219F0F}"/>
              </a:ext>
            </a:extLst>
          </p:cNvPr>
          <p:cNvCxnSpPr>
            <a:cxnSpLocks/>
          </p:cNvCxnSpPr>
          <p:nvPr/>
        </p:nvCxnSpPr>
        <p:spPr>
          <a:xfrm>
            <a:off x="5679050" y="2719531"/>
            <a:ext cx="0" cy="479797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Straight Arrow Connector 599">
            <a:extLst>
              <a:ext uri="{FF2B5EF4-FFF2-40B4-BE49-F238E27FC236}">
                <a16:creationId xmlns:a16="http://schemas.microsoft.com/office/drawing/2014/main" id="{2380ECC8-A167-C533-9AD6-EB14723BDC9C}"/>
              </a:ext>
            </a:extLst>
          </p:cNvPr>
          <p:cNvCxnSpPr>
            <a:cxnSpLocks/>
          </p:cNvCxnSpPr>
          <p:nvPr/>
        </p:nvCxnSpPr>
        <p:spPr>
          <a:xfrm flipV="1">
            <a:off x="5738974" y="2558715"/>
            <a:ext cx="0" cy="628865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Straight Arrow Connector 600">
            <a:extLst>
              <a:ext uri="{FF2B5EF4-FFF2-40B4-BE49-F238E27FC236}">
                <a16:creationId xmlns:a16="http://schemas.microsoft.com/office/drawing/2014/main" id="{84802434-9F40-2170-FC5C-187CFADBA539}"/>
              </a:ext>
            </a:extLst>
          </p:cNvPr>
          <p:cNvCxnSpPr>
            <a:cxnSpLocks/>
          </p:cNvCxnSpPr>
          <p:nvPr/>
        </p:nvCxnSpPr>
        <p:spPr>
          <a:xfrm flipH="1" flipV="1">
            <a:off x="4984955" y="2186448"/>
            <a:ext cx="726358" cy="365814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Straight Arrow Connector 601">
            <a:extLst>
              <a:ext uri="{FF2B5EF4-FFF2-40B4-BE49-F238E27FC236}">
                <a16:creationId xmlns:a16="http://schemas.microsoft.com/office/drawing/2014/main" id="{F9550992-FA70-0832-1DB6-9594E305A1FD}"/>
              </a:ext>
            </a:extLst>
          </p:cNvPr>
          <p:cNvCxnSpPr>
            <a:cxnSpLocks/>
          </p:cNvCxnSpPr>
          <p:nvPr/>
        </p:nvCxnSpPr>
        <p:spPr>
          <a:xfrm flipH="1" flipV="1">
            <a:off x="3506747" y="2615555"/>
            <a:ext cx="690730" cy="1643247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Straight Arrow Connector 602">
            <a:extLst>
              <a:ext uri="{FF2B5EF4-FFF2-40B4-BE49-F238E27FC236}">
                <a16:creationId xmlns:a16="http://schemas.microsoft.com/office/drawing/2014/main" id="{FFE4AE93-30E1-70A4-F85D-70D4C81AFD2D}"/>
              </a:ext>
            </a:extLst>
          </p:cNvPr>
          <p:cNvCxnSpPr>
            <a:cxnSpLocks/>
          </p:cNvCxnSpPr>
          <p:nvPr/>
        </p:nvCxnSpPr>
        <p:spPr>
          <a:xfrm flipV="1">
            <a:off x="3263062" y="2158355"/>
            <a:ext cx="912079" cy="36668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Straight Arrow Connector 603">
            <a:extLst>
              <a:ext uri="{FF2B5EF4-FFF2-40B4-BE49-F238E27FC236}">
                <a16:creationId xmlns:a16="http://schemas.microsoft.com/office/drawing/2014/main" id="{16C84FE8-F020-EE7C-1E0B-C2FF7E329188}"/>
              </a:ext>
            </a:extLst>
          </p:cNvPr>
          <p:cNvCxnSpPr>
            <a:cxnSpLocks/>
          </p:cNvCxnSpPr>
          <p:nvPr/>
        </p:nvCxnSpPr>
        <p:spPr>
          <a:xfrm flipH="1" flipV="1">
            <a:off x="3274142" y="3023419"/>
            <a:ext cx="193313" cy="223738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604">
            <a:extLst>
              <a:ext uri="{FF2B5EF4-FFF2-40B4-BE49-F238E27FC236}">
                <a16:creationId xmlns:a16="http://schemas.microsoft.com/office/drawing/2014/main" id="{58947585-389B-5838-F6F0-F2B885AAEC20}"/>
              </a:ext>
            </a:extLst>
          </p:cNvPr>
          <p:cNvCxnSpPr>
            <a:cxnSpLocks/>
          </p:cNvCxnSpPr>
          <p:nvPr/>
        </p:nvCxnSpPr>
        <p:spPr>
          <a:xfrm>
            <a:off x="3490672" y="2661972"/>
            <a:ext cx="0" cy="52820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Straight Arrow Connector 605">
            <a:extLst>
              <a:ext uri="{FF2B5EF4-FFF2-40B4-BE49-F238E27FC236}">
                <a16:creationId xmlns:a16="http://schemas.microsoft.com/office/drawing/2014/main" id="{1B3646A6-9D3B-C41B-9430-602F3F848782}"/>
              </a:ext>
            </a:extLst>
          </p:cNvPr>
          <p:cNvCxnSpPr>
            <a:cxnSpLocks/>
          </p:cNvCxnSpPr>
          <p:nvPr/>
        </p:nvCxnSpPr>
        <p:spPr>
          <a:xfrm flipH="1" flipV="1">
            <a:off x="3267704" y="2548252"/>
            <a:ext cx="202198" cy="55699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Straight Arrow Connector 606">
            <a:extLst>
              <a:ext uri="{FF2B5EF4-FFF2-40B4-BE49-F238E27FC236}">
                <a16:creationId xmlns:a16="http://schemas.microsoft.com/office/drawing/2014/main" id="{FC2DB047-E80C-A32D-5E9C-07E6C73361F0}"/>
              </a:ext>
            </a:extLst>
          </p:cNvPr>
          <p:cNvCxnSpPr>
            <a:cxnSpLocks/>
          </p:cNvCxnSpPr>
          <p:nvPr/>
        </p:nvCxnSpPr>
        <p:spPr>
          <a:xfrm flipV="1">
            <a:off x="3277829" y="2153342"/>
            <a:ext cx="1035538" cy="829519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Straight Arrow Connector 609">
            <a:extLst>
              <a:ext uri="{FF2B5EF4-FFF2-40B4-BE49-F238E27FC236}">
                <a16:creationId xmlns:a16="http://schemas.microsoft.com/office/drawing/2014/main" id="{1820B6C0-EC88-DAEB-C2BF-68FF16008063}"/>
              </a:ext>
            </a:extLst>
          </p:cNvPr>
          <p:cNvCxnSpPr>
            <a:cxnSpLocks/>
          </p:cNvCxnSpPr>
          <p:nvPr/>
        </p:nvCxnSpPr>
        <p:spPr>
          <a:xfrm>
            <a:off x="4531299" y="3122166"/>
            <a:ext cx="33206" cy="11950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Straight Arrow Connector 632">
            <a:extLst>
              <a:ext uri="{FF2B5EF4-FFF2-40B4-BE49-F238E27FC236}">
                <a16:creationId xmlns:a16="http://schemas.microsoft.com/office/drawing/2014/main" id="{2901D1F6-45C9-C9E4-3D4B-7AFDE1A0712D}"/>
              </a:ext>
            </a:extLst>
          </p:cNvPr>
          <p:cNvCxnSpPr>
            <a:cxnSpLocks/>
          </p:cNvCxnSpPr>
          <p:nvPr/>
        </p:nvCxnSpPr>
        <p:spPr>
          <a:xfrm flipV="1">
            <a:off x="4407178" y="1587320"/>
            <a:ext cx="0" cy="575996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Arrow Connector 377">
            <a:extLst>
              <a:ext uri="{FF2B5EF4-FFF2-40B4-BE49-F238E27FC236}">
                <a16:creationId xmlns:a16="http://schemas.microsoft.com/office/drawing/2014/main" id="{1784AFD2-906D-A9D7-B3B6-F1E9A8E79178}"/>
              </a:ext>
            </a:extLst>
          </p:cNvPr>
          <p:cNvCxnSpPr>
            <a:cxnSpLocks/>
          </p:cNvCxnSpPr>
          <p:nvPr/>
        </p:nvCxnSpPr>
        <p:spPr>
          <a:xfrm flipH="1" flipV="1">
            <a:off x="3205113" y="4397604"/>
            <a:ext cx="994793" cy="125505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Straight Arrow Connector 598">
            <a:extLst>
              <a:ext uri="{FF2B5EF4-FFF2-40B4-BE49-F238E27FC236}">
                <a16:creationId xmlns:a16="http://schemas.microsoft.com/office/drawing/2014/main" id="{E7AE606B-ECFE-7516-FB0F-8F8C6D988D51}"/>
              </a:ext>
            </a:extLst>
          </p:cNvPr>
          <p:cNvCxnSpPr>
            <a:cxnSpLocks/>
          </p:cNvCxnSpPr>
          <p:nvPr/>
        </p:nvCxnSpPr>
        <p:spPr>
          <a:xfrm flipV="1">
            <a:off x="4273770" y="2715195"/>
            <a:ext cx="1384567" cy="1548442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6" name="Straight Arrow Connector 655">
            <a:extLst>
              <a:ext uri="{FF2B5EF4-FFF2-40B4-BE49-F238E27FC236}">
                <a16:creationId xmlns:a16="http://schemas.microsoft.com/office/drawing/2014/main" id="{C2B13E59-B51C-9FE3-38F6-36EAFDBBB80F}"/>
              </a:ext>
            </a:extLst>
          </p:cNvPr>
          <p:cNvCxnSpPr>
            <a:cxnSpLocks/>
          </p:cNvCxnSpPr>
          <p:nvPr/>
        </p:nvCxnSpPr>
        <p:spPr>
          <a:xfrm>
            <a:off x="5473289" y="4842918"/>
            <a:ext cx="0" cy="677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Straight Arrow Connector 663">
            <a:extLst>
              <a:ext uri="{FF2B5EF4-FFF2-40B4-BE49-F238E27FC236}">
                <a16:creationId xmlns:a16="http://schemas.microsoft.com/office/drawing/2014/main" id="{D4B1EA2E-D99B-D9C6-C987-AE2C43467EBE}"/>
              </a:ext>
            </a:extLst>
          </p:cNvPr>
          <p:cNvCxnSpPr>
            <a:cxnSpLocks/>
          </p:cNvCxnSpPr>
          <p:nvPr/>
        </p:nvCxnSpPr>
        <p:spPr>
          <a:xfrm flipH="1" flipV="1">
            <a:off x="4939240" y="4307933"/>
            <a:ext cx="521557" cy="29332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Arrow Connector 666">
            <a:extLst>
              <a:ext uri="{FF2B5EF4-FFF2-40B4-BE49-F238E27FC236}">
                <a16:creationId xmlns:a16="http://schemas.microsoft.com/office/drawing/2014/main" id="{808B7C5A-F599-A249-CF20-04463A653ADF}"/>
              </a:ext>
            </a:extLst>
          </p:cNvPr>
          <p:cNvCxnSpPr>
            <a:cxnSpLocks/>
          </p:cNvCxnSpPr>
          <p:nvPr/>
        </p:nvCxnSpPr>
        <p:spPr>
          <a:xfrm flipH="1" flipV="1">
            <a:off x="4871542" y="2148861"/>
            <a:ext cx="20557" cy="212127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Arrow Connector 672">
            <a:extLst>
              <a:ext uri="{FF2B5EF4-FFF2-40B4-BE49-F238E27FC236}">
                <a16:creationId xmlns:a16="http://schemas.microsoft.com/office/drawing/2014/main" id="{4442E364-96EF-6B5F-189A-BE1341B57AB8}"/>
              </a:ext>
            </a:extLst>
          </p:cNvPr>
          <p:cNvCxnSpPr>
            <a:cxnSpLocks/>
          </p:cNvCxnSpPr>
          <p:nvPr/>
        </p:nvCxnSpPr>
        <p:spPr>
          <a:xfrm flipV="1">
            <a:off x="4875888" y="1521831"/>
            <a:ext cx="0" cy="61993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44F0843D-32C3-673A-7B15-19D98B4C3115}"/>
              </a:ext>
            </a:extLst>
          </p:cNvPr>
          <p:cNvCxnSpPr>
            <a:cxnSpLocks/>
          </p:cNvCxnSpPr>
          <p:nvPr/>
        </p:nvCxnSpPr>
        <p:spPr>
          <a:xfrm flipH="1">
            <a:off x="3604973" y="6954682"/>
            <a:ext cx="835864" cy="682860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9" name="Straight Arrow Connector 678">
            <a:extLst>
              <a:ext uri="{FF2B5EF4-FFF2-40B4-BE49-F238E27FC236}">
                <a16:creationId xmlns:a16="http://schemas.microsoft.com/office/drawing/2014/main" id="{11C62EB4-E2B8-A301-3C14-5623C3A0DFB6}"/>
              </a:ext>
            </a:extLst>
          </p:cNvPr>
          <p:cNvCxnSpPr>
            <a:cxnSpLocks/>
          </p:cNvCxnSpPr>
          <p:nvPr/>
        </p:nvCxnSpPr>
        <p:spPr>
          <a:xfrm flipH="1" flipV="1">
            <a:off x="3631286" y="6973122"/>
            <a:ext cx="4575" cy="506232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Straight Arrow Connector 680">
            <a:extLst>
              <a:ext uri="{FF2B5EF4-FFF2-40B4-BE49-F238E27FC236}">
                <a16:creationId xmlns:a16="http://schemas.microsoft.com/office/drawing/2014/main" id="{7C0BE8C3-74BC-9E4F-5024-597B46FB9575}"/>
              </a:ext>
            </a:extLst>
          </p:cNvPr>
          <p:cNvCxnSpPr>
            <a:cxnSpLocks/>
          </p:cNvCxnSpPr>
          <p:nvPr/>
        </p:nvCxnSpPr>
        <p:spPr>
          <a:xfrm flipV="1">
            <a:off x="3652733" y="6693436"/>
            <a:ext cx="621037" cy="21056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Straight Arrow Connector 686">
            <a:extLst>
              <a:ext uri="{FF2B5EF4-FFF2-40B4-BE49-F238E27FC236}">
                <a16:creationId xmlns:a16="http://schemas.microsoft.com/office/drawing/2014/main" id="{F2A193DD-9276-80C1-00AB-F222181E8835}"/>
              </a:ext>
            </a:extLst>
          </p:cNvPr>
          <p:cNvCxnSpPr>
            <a:cxnSpLocks/>
          </p:cNvCxnSpPr>
          <p:nvPr/>
        </p:nvCxnSpPr>
        <p:spPr>
          <a:xfrm>
            <a:off x="4954896" y="6873827"/>
            <a:ext cx="600421" cy="416059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0" name="Straight Arrow Connector 689">
            <a:extLst>
              <a:ext uri="{FF2B5EF4-FFF2-40B4-BE49-F238E27FC236}">
                <a16:creationId xmlns:a16="http://schemas.microsoft.com/office/drawing/2014/main" id="{1217F2BA-F5C6-0A73-01B2-02D3753A22C2}"/>
              </a:ext>
            </a:extLst>
          </p:cNvPr>
          <p:cNvCxnSpPr>
            <a:cxnSpLocks/>
          </p:cNvCxnSpPr>
          <p:nvPr/>
        </p:nvCxnSpPr>
        <p:spPr>
          <a:xfrm flipH="1">
            <a:off x="5537825" y="7330821"/>
            <a:ext cx="5956" cy="41107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Straight Arrow Connector 690">
            <a:extLst>
              <a:ext uri="{FF2B5EF4-FFF2-40B4-BE49-F238E27FC236}">
                <a16:creationId xmlns:a16="http://schemas.microsoft.com/office/drawing/2014/main" id="{72F7341D-611B-B4D2-51C5-30CF9064D775}"/>
              </a:ext>
            </a:extLst>
          </p:cNvPr>
          <p:cNvCxnSpPr>
            <a:cxnSpLocks/>
          </p:cNvCxnSpPr>
          <p:nvPr/>
        </p:nvCxnSpPr>
        <p:spPr>
          <a:xfrm flipV="1">
            <a:off x="5621969" y="7241007"/>
            <a:ext cx="4996" cy="444709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10E40FC7-73A5-93D0-AFE2-C08E87C4C786}"/>
              </a:ext>
            </a:extLst>
          </p:cNvPr>
          <p:cNvCxnSpPr>
            <a:cxnSpLocks/>
          </p:cNvCxnSpPr>
          <p:nvPr/>
        </p:nvCxnSpPr>
        <p:spPr>
          <a:xfrm flipH="1" flipV="1">
            <a:off x="4899149" y="6701677"/>
            <a:ext cx="714337" cy="51433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6" name="Straight Arrow Connector 695">
            <a:extLst>
              <a:ext uri="{FF2B5EF4-FFF2-40B4-BE49-F238E27FC236}">
                <a16:creationId xmlns:a16="http://schemas.microsoft.com/office/drawing/2014/main" id="{451C8DAF-2CCA-9CB3-E8A6-E61FC57C1178}"/>
              </a:ext>
            </a:extLst>
          </p:cNvPr>
          <p:cNvCxnSpPr>
            <a:cxnSpLocks/>
          </p:cNvCxnSpPr>
          <p:nvPr/>
        </p:nvCxnSpPr>
        <p:spPr>
          <a:xfrm flipH="1" flipV="1">
            <a:off x="4800600" y="4280170"/>
            <a:ext cx="37019" cy="24097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Straight Arrow Connector 699">
            <a:extLst>
              <a:ext uri="{FF2B5EF4-FFF2-40B4-BE49-F238E27FC236}">
                <a16:creationId xmlns:a16="http://schemas.microsoft.com/office/drawing/2014/main" id="{1B9377EE-C322-85B4-0F37-C6EA386D04FF}"/>
              </a:ext>
            </a:extLst>
          </p:cNvPr>
          <p:cNvCxnSpPr>
            <a:cxnSpLocks/>
          </p:cNvCxnSpPr>
          <p:nvPr/>
        </p:nvCxnSpPr>
        <p:spPr>
          <a:xfrm flipV="1">
            <a:off x="4267846" y="4283747"/>
            <a:ext cx="172991" cy="238384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Arrow Connector 702">
            <a:extLst>
              <a:ext uri="{FF2B5EF4-FFF2-40B4-BE49-F238E27FC236}">
                <a16:creationId xmlns:a16="http://schemas.microsoft.com/office/drawing/2014/main" id="{7D93EADD-BFBC-7586-B60D-98F891338FFC}"/>
              </a:ext>
            </a:extLst>
          </p:cNvPr>
          <p:cNvCxnSpPr>
            <a:cxnSpLocks/>
          </p:cNvCxnSpPr>
          <p:nvPr/>
        </p:nvCxnSpPr>
        <p:spPr>
          <a:xfrm flipH="1" flipV="1">
            <a:off x="4765383" y="2186477"/>
            <a:ext cx="33756" cy="20762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Straight Arrow Connector 704">
            <a:extLst>
              <a:ext uri="{FF2B5EF4-FFF2-40B4-BE49-F238E27FC236}">
                <a16:creationId xmlns:a16="http://schemas.microsoft.com/office/drawing/2014/main" id="{A5188FC8-0A8A-E292-6712-680740A3F715}"/>
              </a:ext>
            </a:extLst>
          </p:cNvPr>
          <p:cNvCxnSpPr>
            <a:cxnSpLocks/>
          </p:cNvCxnSpPr>
          <p:nvPr/>
        </p:nvCxnSpPr>
        <p:spPr>
          <a:xfrm flipV="1">
            <a:off x="4438892" y="2191968"/>
            <a:ext cx="204179" cy="207646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Arrow Connector 707">
            <a:extLst>
              <a:ext uri="{FF2B5EF4-FFF2-40B4-BE49-F238E27FC236}">
                <a16:creationId xmlns:a16="http://schemas.microsoft.com/office/drawing/2014/main" id="{C51C4F15-CAB2-3FE7-98FE-BC342B8E4BBC}"/>
              </a:ext>
            </a:extLst>
          </p:cNvPr>
          <p:cNvCxnSpPr>
            <a:cxnSpLocks/>
          </p:cNvCxnSpPr>
          <p:nvPr/>
        </p:nvCxnSpPr>
        <p:spPr>
          <a:xfrm flipV="1">
            <a:off x="4640094" y="1534836"/>
            <a:ext cx="4112" cy="624704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Straight Arrow Connector 709">
            <a:extLst>
              <a:ext uri="{FF2B5EF4-FFF2-40B4-BE49-F238E27FC236}">
                <a16:creationId xmlns:a16="http://schemas.microsoft.com/office/drawing/2014/main" id="{A4A4B144-BB9D-A7EE-570C-C6E5BC7F1BAA}"/>
              </a:ext>
            </a:extLst>
          </p:cNvPr>
          <p:cNvCxnSpPr>
            <a:cxnSpLocks/>
          </p:cNvCxnSpPr>
          <p:nvPr/>
        </p:nvCxnSpPr>
        <p:spPr>
          <a:xfrm flipV="1">
            <a:off x="4759947" y="1545181"/>
            <a:ext cx="0" cy="609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Straight Arrow Connector 715">
            <a:extLst>
              <a:ext uri="{FF2B5EF4-FFF2-40B4-BE49-F238E27FC236}">
                <a16:creationId xmlns:a16="http://schemas.microsoft.com/office/drawing/2014/main" id="{3E9DEEAC-8EC7-2B3D-6461-707E15553B66}"/>
              </a:ext>
            </a:extLst>
          </p:cNvPr>
          <p:cNvCxnSpPr>
            <a:cxnSpLocks/>
          </p:cNvCxnSpPr>
          <p:nvPr/>
        </p:nvCxnSpPr>
        <p:spPr>
          <a:xfrm flipH="1">
            <a:off x="4539743" y="4508505"/>
            <a:ext cx="20203" cy="1204383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9" name="Straight Arrow Connector 728">
            <a:extLst>
              <a:ext uri="{FF2B5EF4-FFF2-40B4-BE49-F238E27FC236}">
                <a16:creationId xmlns:a16="http://schemas.microsoft.com/office/drawing/2014/main" id="{22455999-7170-E74E-ECE3-7C36C7C948AC}"/>
              </a:ext>
            </a:extLst>
          </p:cNvPr>
          <p:cNvCxnSpPr>
            <a:cxnSpLocks/>
          </p:cNvCxnSpPr>
          <p:nvPr/>
        </p:nvCxnSpPr>
        <p:spPr>
          <a:xfrm flipH="1" flipV="1">
            <a:off x="2928301" y="4945539"/>
            <a:ext cx="1207454" cy="16938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1" name="Straight Arrow Connector 730">
            <a:extLst>
              <a:ext uri="{FF2B5EF4-FFF2-40B4-BE49-F238E27FC236}">
                <a16:creationId xmlns:a16="http://schemas.microsoft.com/office/drawing/2014/main" id="{AFA648E9-6688-7A23-AACA-7636D609F1B9}"/>
              </a:ext>
            </a:extLst>
          </p:cNvPr>
          <p:cNvCxnSpPr>
            <a:cxnSpLocks/>
          </p:cNvCxnSpPr>
          <p:nvPr/>
        </p:nvCxnSpPr>
        <p:spPr>
          <a:xfrm>
            <a:off x="2989950" y="4954653"/>
            <a:ext cx="1202955" cy="16719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7" name="Isosceles Triangle 736">
            <a:extLst>
              <a:ext uri="{FF2B5EF4-FFF2-40B4-BE49-F238E27FC236}">
                <a16:creationId xmlns:a16="http://schemas.microsoft.com/office/drawing/2014/main" id="{1AD3C745-229C-58F0-1AFB-B3898629FD90}"/>
              </a:ext>
            </a:extLst>
          </p:cNvPr>
          <p:cNvSpPr/>
          <p:nvPr/>
        </p:nvSpPr>
        <p:spPr>
          <a:xfrm rot="16743289">
            <a:off x="2949886" y="4929478"/>
            <a:ext cx="45719" cy="45719"/>
          </a:xfrm>
          <a:prstGeom prst="triangle">
            <a:avLst/>
          </a:prstGeom>
          <a:solidFill>
            <a:srgbClr val="004DE6"/>
          </a:solidFill>
          <a:ln>
            <a:solidFill>
              <a:srgbClr val="004D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8" name="Straight Arrow Connector 737">
            <a:extLst>
              <a:ext uri="{FF2B5EF4-FFF2-40B4-BE49-F238E27FC236}">
                <a16:creationId xmlns:a16="http://schemas.microsoft.com/office/drawing/2014/main" id="{8C4BBA0E-8DF2-3496-25AA-708CFD607273}"/>
              </a:ext>
            </a:extLst>
          </p:cNvPr>
          <p:cNvCxnSpPr>
            <a:cxnSpLocks/>
          </p:cNvCxnSpPr>
          <p:nvPr/>
        </p:nvCxnSpPr>
        <p:spPr>
          <a:xfrm flipH="1">
            <a:off x="4986984" y="4771596"/>
            <a:ext cx="472012" cy="59252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0" name="Straight Arrow Connector 739">
            <a:extLst>
              <a:ext uri="{FF2B5EF4-FFF2-40B4-BE49-F238E27FC236}">
                <a16:creationId xmlns:a16="http://schemas.microsoft.com/office/drawing/2014/main" id="{2972E76C-108D-A166-E789-9889F79211B1}"/>
              </a:ext>
            </a:extLst>
          </p:cNvPr>
          <p:cNvCxnSpPr>
            <a:cxnSpLocks/>
          </p:cNvCxnSpPr>
          <p:nvPr/>
        </p:nvCxnSpPr>
        <p:spPr>
          <a:xfrm flipV="1">
            <a:off x="5023485" y="4739640"/>
            <a:ext cx="457200" cy="58239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4" name="Straight Arrow Connector 743">
            <a:extLst>
              <a:ext uri="{FF2B5EF4-FFF2-40B4-BE49-F238E27FC236}">
                <a16:creationId xmlns:a16="http://schemas.microsoft.com/office/drawing/2014/main" id="{4C509147-5EA6-46DF-3BB5-B8F79A3F5C9E}"/>
              </a:ext>
            </a:extLst>
          </p:cNvPr>
          <p:cNvCxnSpPr>
            <a:cxnSpLocks/>
          </p:cNvCxnSpPr>
          <p:nvPr/>
        </p:nvCxnSpPr>
        <p:spPr>
          <a:xfrm flipV="1">
            <a:off x="5519940" y="4748869"/>
            <a:ext cx="0" cy="64487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7" name="Straight Arrow Connector 756">
            <a:extLst>
              <a:ext uri="{FF2B5EF4-FFF2-40B4-BE49-F238E27FC236}">
                <a16:creationId xmlns:a16="http://schemas.microsoft.com/office/drawing/2014/main" id="{153465CF-3281-BDAC-F32D-80F2F74EA116}"/>
              </a:ext>
            </a:extLst>
          </p:cNvPr>
          <p:cNvCxnSpPr>
            <a:cxnSpLocks/>
          </p:cNvCxnSpPr>
          <p:nvPr/>
        </p:nvCxnSpPr>
        <p:spPr>
          <a:xfrm flipV="1">
            <a:off x="4954896" y="4615891"/>
            <a:ext cx="513216" cy="1029351"/>
          </a:xfrm>
          <a:prstGeom prst="straightConnector1">
            <a:avLst/>
          </a:prstGeom>
          <a:ln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519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1174</TotalTime>
  <Words>831</Words>
  <Application>Microsoft Office PowerPoint</Application>
  <PresentationFormat>Custom</PresentationFormat>
  <Paragraphs>182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daniels</dc:creator>
  <cp:lastModifiedBy>matthew daniels</cp:lastModifiedBy>
  <cp:revision>1</cp:revision>
  <dcterms:created xsi:type="dcterms:W3CDTF">2026-04-07T03:49:31Z</dcterms:created>
  <dcterms:modified xsi:type="dcterms:W3CDTF">2026-04-07T23:23:57Z</dcterms:modified>
</cp:coreProperties>
</file>